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9" r:id="rId5"/>
    <p:sldId id="270" r:id="rId6"/>
    <p:sldId id="260" r:id="rId7"/>
    <p:sldId id="261" r:id="rId8"/>
    <p:sldId id="262" r:id="rId9"/>
    <p:sldId id="263" r:id="rId10"/>
    <p:sldId id="271" r:id="rId11"/>
    <p:sldId id="265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959833-4847-058A-A63E-A2AB7C3C0818}" v="20" dt="2026-09-01T15:48:03.569"/>
    <p1510:client id="{BFBEFD51-CD4A-4ACC-AE53-F89909AE5DDD}" v="386" dt="2026-09-01T18:44:20.6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Whitaker" userId="d6eeba3a-74fa-4531-b252-6bdbac14e550" providerId="ADAL" clId="{F9E3379A-489F-41A9-B5CE-23FB8474779E}"/>
    <pc:docChg chg="undo redo custSel addSld delSld modSld sldOrd modMainMaster">
      <pc:chgData name="Lucas Whitaker" userId="d6eeba3a-74fa-4531-b252-6bdbac14e550" providerId="ADAL" clId="{F9E3379A-489F-41A9-B5CE-23FB8474779E}" dt="2026-09-01T18:55:29.887" v="1404" actId="1038"/>
      <pc:docMkLst>
        <pc:docMk/>
      </pc:docMkLst>
      <pc:sldChg chg="modSp mod">
        <pc:chgData name="Lucas Whitaker" userId="d6eeba3a-74fa-4531-b252-6bdbac14e550" providerId="ADAL" clId="{F9E3379A-489F-41A9-B5CE-23FB8474779E}" dt="2026-09-01T16:06:39.319" v="124" actId="27636"/>
        <pc:sldMkLst>
          <pc:docMk/>
          <pc:sldMk cId="0" sldId="256"/>
        </pc:sldMkLst>
        <pc:spChg chg="mod">
          <ac:chgData name="Lucas Whitaker" userId="d6eeba3a-74fa-4531-b252-6bdbac14e550" providerId="ADAL" clId="{F9E3379A-489F-41A9-B5CE-23FB8474779E}" dt="2026-09-01T16:06:39.319" v="123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6:06:39.319" v="124" actId="27636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">
        <pc:chgData name="Lucas Whitaker" userId="d6eeba3a-74fa-4531-b252-6bdbac14e550" providerId="ADAL" clId="{F9E3379A-489F-41A9-B5CE-23FB8474779E}" dt="2026-09-01T18:47:50.175" v="1236" actId="1038"/>
        <pc:sldMkLst>
          <pc:docMk/>
          <pc:sldMk cId="0" sldId="257"/>
        </pc:sldMkLst>
        <pc:spChg chg="mod">
          <ac:chgData name="Lucas Whitaker" userId="d6eeba3a-74fa-4531-b252-6bdbac14e550" providerId="ADAL" clId="{F9E3379A-489F-41A9-B5CE-23FB8474779E}" dt="2026-09-01T18:44:19.702" v="1134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6:10.047" v="1196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6:10.047" v="1196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6:10.047" v="1196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6:10.047" v="1196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6:10.222" v="1197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6:10.222" v="1197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6:10.222" v="1197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6:10.222" v="1197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6:08.919" v="1195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6:08.919" v="1195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6:08.919" v="1195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6:08.919" v="1195" actId="1076"/>
          <ac:spMkLst>
            <pc:docMk/>
            <pc:sldMk cId="0" sldId="257"/>
            <ac:spMk id="16" creationId="{00000000-0000-0000-0000-000000000000}"/>
          </ac:spMkLst>
        </pc:spChg>
        <pc:spChg chg="add del">
          <ac:chgData name="Lucas Whitaker" userId="d6eeba3a-74fa-4531-b252-6bdbac14e550" providerId="ADAL" clId="{F9E3379A-489F-41A9-B5CE-23FB8474779E}" dt="2026-09-01T16:05:40.772" v="72" actId="478"/>
          <ac:spMkLst>
            <pc:docMk/>
            <pc:sldMk cId="0" sldId="257"/>
            <ac:spMk id="17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6:05:40.772" v="72" actId="478"/>
          <ac:spMkLst>
            <pc:docMk/>
            <pc:sldMk cId="0" sldId="257"/>
            <ac:spMk id="18" creationId="{00000000-0000-0000-0000-000000000000}"/>
          </ac:spMkLst>
        </pc:spChg>
        <pc:spChg chg="add del">
          <ac:chgData name="Lucas Whitaker" userId="d6eeba3a-74fa-4531-b252-6bdbac14e550" providerId="ADAL" clId="{F9E3379A-489F-41A9-B5CE-23FB8474779E}" dt="2026-09-01T16:05:40.772" v="72" actId="478"/>
          <ac:spMkLst>
            <pc:docMk/>
            <pc:sldMk cId="0" sldId="257"/>
            <ac:spMk id="19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6:05:40.772" v="72" actId="478"/>
          <ac:spMkLst>
            <pc:docMk/>
            <pc:sldMk cId="0" sldId="257"/>
            <ac:spMk id="20" creationId="{00000000-0000-0000-0000-000000000000}"/>
          </ac:spMkLst>
        </pc:spChg>
        <pc:spChg chg="add del">
          <ac:chgData name="Lucas Whitaker" userId="d6eeba3a-74fa-4531-b252-6bdbac14e550" providerId="ADAL" clId="{F9E3379A-489F-41A9-B5CE-23FB8474779E}" dt="2026-09-01T16:05:40.772" v="72" actId="478"/>
          <ac:spMkLst>
            <pc:docMk/>
            <pc:sldMk cId="0" sldId="257"/>
            <ac:spMk id="21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6:05:40.772" v="72" actId="478"/>
          <ac:spMkLst>
            <pc:docMk/>
            <pc:sldMk cId="0" sldId="257"/>
            <ac:spMk id="22" creationId="{00000000-0000-0000-0000-000000000000}"/>
          </ac:spMkLst>
        </pc:spChg>
        <pc:spChg chg="add del">
          <ac:chgData name="Lucas Whitaker" userId="d6eeba3a-74fa-4531-b252-6bdbac14e550" providerId="ADAL" clId="{F9E3379A-489F-41A9-B5CE-23FB8474779E}" dt="2026-09-01T16:05:40.772" v="72" actId="478"/>
          <ac:spMkLst>
            <pc:docMk/>
            <pc:sldMk cId="0" sldId="257"/>
            <ac:spMk id="23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6:05:40.772" v="72" actId="478"/>
          <ac:spMkLst>
            <pc:docMk/>
            <pc:sldMk cId="0" sldId="257"/>
            <ac:spMk id="24" creationId="{00000000-0000-0000-0000-000000000000}"/>
          </ac:spMkLst>
        </pc:spChg>
        <pc:spChg chg="add del">
          <ac:chgData name="Lucas Whitaker" userId="d6eeba3a-74fa-4531-b252-6bdbac14e550" providerId="ADAL" clId="{F9E3379A-489F-41A9-B5CE-23FB8474779E}" dt="2026-09-01T18:43:54.203" v="1070" actId="11529"/>
          <ac:spMkLst>
            <pc:docMk/>
            <pc:sldMk cId="0" sldId="257"/>
            <ac:spMk id="32" creationId="{7FAA4002-937C-7965-CBA1-6CD2315AB2D1}"/>
          </ac:spMkLst>
        </pc:spChg>
        <pc:spChg chg="add del mod">
          <ac:chgData name="Lucas Whitaker" userId="d6eeba3a-74fa-4531-b252-6bdbac14e550" providerId="ADAL" clId="{F9E3379A-489F-41A9-B5CE-23FB8474779E}" dt="2026-09-01T18:44:21.603" v="1137"/>
          <ac:spMkLst>
            <pc:docMk/>
            <pc:sldMk cId="0" sldId="257"/>
            <ac:spMk id="33" creationId="{9EB1FFA8-E664-FBEC-643E-10C38D24284E}"/>
          </ac:spMkLst>
        </pc:spChg>
        <pc:spChg chg="add mod">
          <ac:chgData name="Lucas Whitaker" userId="d6eeba3a-74fa-4531-b252-6bdbac14e550" providerId="ADAL" clId="{F9E3379A-489F-41A9-B5CE-23FB8474779E}" dt="2026-09-01T18:47:48.302" v="1233" actId="1038"/>
          <ac:spMkLst>
            <pc:docMk/>
            <pc:sldMk cId="0" sldId="257"/>
            <ac:spMk id="34" creationId="{95E14318-1ABA-2516-1D20-DCCCCDA55A7B}"/>
          </ac:spMkLst>
        </pc:spChg>
        <pc:spChg chg="add mod">
          <ac:chgData name="Lucas Whitaker" userId="d6eeba3a-74fa-4531-b252-6bdbac14e550" providerId="ADAL" clId="{F9E3379A-489F-41A9-B5CE-23FB8474779E}" dt="2026-09-01T18:47:50.175" v="1236" actId="1038"/>
          <ac:spMkLst>
            <pc:docMk/>
            <pc:sldMk cId="0" sldId="257"/>
            <ac:spMk id="36" creationId="{1B987862-B38F-AE08-12EF-FC12E4DFD4D4}"/>
          </ac:spMkLst>
        </pc:spChg>
        <pc:picChg chg="add del mod">
          <ac:chgData name="Lucas Whitaker" userId="d6eeba3a-74fa-4531-b252-6bdbac14e550" providerId="ADAL" clId="{F9E3379A-489F-41A9-B5CE-23FB8474779E}" dt="2026-09-01T18:11:34.069" v="737" actId="478"/>
          <ac:picMkLst>
            <pc:docMk/>
            <pc:sldMk cId="0" sldId="257"/>
            <ac:picMk id="27" creationId="{625A83DB-D52F-C3A6-86D6-D8EF6DE72ABB}"/>
          </ac:picMkLst>
        </pc:picChg>
        <pc:picChg chg="add del mod">
          <ac:chgData name="Lucas Whitaker" userId="d6eeba3a-74fa-4531-b252-6bdbac14e550" providerId="ADAL" clId="{F9E3379A-489F-41A9-B5CE-23FB8474779E}" dt="2026-09-01T18:11:41.107" v="739" actId="478"/>
          <ac:picMkLst>
            <pc:docMk/>
            <pc:sldMk cId="0" sldId="257"/>
            <ac:picMk id="29" creationId="{F2B0199A-7F8E-60F3-CB3F-2A5AC9F5E678}"/>
          </ac:picMkLst>
        </pc:picChg>
        <pc:picChg chg="add del mod ord">
          <ac:chgData name="Lucas Whitaker" userId="d6eeba3a-74fa-4531-b252-6bdbac14e550" providerId="ADAL" clId="{F9E3379A-489F-41A9-B5CE-23FB8474779E}" dt="2026-09-01T18:12:40.939" v="760" actId="478"/>
          <ac:picMkLst>
            <pc:docMk/>
            <pc:sldMk cId="0" sldId="257"/>
            <ac:picMk id="31" creationId="{CAB60C58-283E-DDBD-3C9B-859EC6198731}"/>
          </ac:picMkLst>
        </pc:picChg>
      </pc:sldChg>
      <pc:sldChg chg="addSp delSp modSp mod">
        <pc:chgData name="Lucas Whitaker" userId="d6eeba3a-74fa-4531-b252-6bdbac14e550" providerId="ADAL" clId="{F9E3379A-489F-41A9-B5CE-23FB8474779E}" dt="2026-09-01T18:48:45.356" v="1251" actId="1076"/>
        <pc:sldMkLst>
          <pc:docMk/>
          <pc:sldMk cId="0" sldId="258"/>
        </pc:sldMkLst>
        <pc:spChg chg="mod">
          <ac:chgData name="Lucas Whitaker" userId="d6eeba3a-74fa-4531-b252-6bdbac14e550" providerId="ADAL" clId="{F9E3379A-489F-41A9-B5CE-23FB8474779E}" dt="2026-09-01T18:13:54.326" v="778" actId="6549"/>
          <ac:spMkLst>
            <pc:docMk/>
            <pc:sldMk cId="0" sldId="258"/>
            <ac:spMk id="3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13:45.214" v="776" actId="1036"/>
          <ac:spMkLst>
            <pc:docMk/>
            <pc:sldMk cId="0" sldId="258"/>
            <ac:spMk id="4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8:13:09.796" v="761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6:12:29.499" v="296" actId="14100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8:13:09.796" v="761" actId="478"/>
          <ac:spMkLst>
            <pc:docMk/>
            <pc:sldMk cId="0" sldId="258"/>
            <ac:spMk id="7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8:13:09.796" v="761" actId="478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8:13:09.796" v="761" actId="47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7:07:32.306" v="375" actId="478"/>
          <ac:spMkLst>
            <pc:docMk/>
            <pc:sldMk cId="0" sldId="258"/>
            <ac:spMk id="10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8:13:09.796" v="761" actId="478"/>
          <ac:spMkLst>
            <pc:docMk/>
            <pc:sldMk cId="0" sldId="258"/>
            <ac:spMk id="11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8:13:09.796" v="761" actId="478"/>
          <ac:spMkLst>
            <pc:docMk/>
            <pc:sldMk cId="0" sldId="258"/>
            <ac:spMk id="12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7:07:34.723" v="376" actId="478"/>
          <ac:spMkLst>
            <pc:docMk/>
            <pc:sldMk cId="0" sldId="258"/>
            <ac:spMk id="13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8:13:09.796" v="761" actId="478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8:13:09.796" v="761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7:07:37.498" v="377" actId="478"/>
          <ac:spMkLst>
            <pc:docMk/>
            <pc:sldMk cId="0" sldId="258"/>
            <ac:spMk id="16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7:59.783" v="1238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8:22.014" v="1244" actId="25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8:10.135" v="1240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8:33.391" v="1250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8:45.356" v="1251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48:14.318" v="1241" actId="255"/>
          <ac:spMkLst>
            <pc:docMk/>
            <pc:sldMk cId="0" sldId="258"/>
            <ac:spMk id="22" creationId="{00000000-0000-0000-0000-000000000000}"/>
          </ac:spMkLst>
        </pc:spChg>
        <pc:spChg chg="add mod">
          <ac:chgData name="Lucas Whitaker" userId="d6eeba3a-74fa-4531-b252-6bdbac14e550" providerId="ADAL" clId="{F9E3379A-489F-41A9-B5CE-23FB8474779E}" dt="2026-09-01T17:07:48.229" v="383" actId="1076"/>
          <ac:spMkLst>
            <pc:docMk/>
            <pc:sldMk cId="0" sldId="258"/>
            <ac:spMk id="24" creationId="{791994EE-CA78-6E8C-1197-81DF392D5981}"/>
          </ac:spMkLst>
        </pc:spChg>
        <pc:spChg chg="add del mod">
          <ac:chgData name="Lucas Whitaker" userId="d6eeba3a-74fa-4531-b252-6bdbac14e550" providerId="ADAL" clId="{F9E3379A-489F-41A9-B5CE-23FB8474779E}" dt="2026-09-01T18:13:09.796" v="761" actId="478"/>
          <ac:spMkLst>
            <pc:docMk/>
            <pc:sldMk cId="0" sldId="258"/>
            <ac:spMk id="27" creationId="{06EE02FD-6B63-09CC-1DE0-5EFF4E2119E4}"/>
          </ac:spMkLst>
        </pc:spChg>
        <pc:spChg chg="add del mod">
          <ac:chgData name="Lucas Whitaker" userId="d6eeba3a-74fa-4531-b252-6bdbac14e550" providerId="ADAL" clId="{F9E3379A-489F-41A9-B5CE-23FB8474779E}" dt="2026-09-01T18:13:09.796" v="761" actId="478"/>
          <ac:spMkLst>
            <pc:docMk/>
            <pc:sldMk cId="0" sldId="258"/>
            <ac:spMk id="29" creationId="{017AD3BD-12C7-3E13-6B48-DD4CCFD3CDFB}"/>
          </ac:spMkLst>
        </pc:spChg>
        <pc:picChg chg="add mod">
          <ac:chgData name="Lucas Whitaker" userId="d6eeba3a-74fa-4531-b252-6bdbac14e550" providerId="ADAL" clId="{F9E3379A-489F-41A9-B5CE-23FB8474779E}" dt="2026-09-01T18:42:05.496" v="1031" actId="1076"/>
          <ac:picMkLst>
            <pc:docMk/>
            <pc:sldMk cId="0" sldId="258"/>
            <ac:picMk id="31" creationId="{67CABE5F-D7DD-3DAB-16C6-D22170CA7ABE}"/>
          </ac:picMkLst>
        </pc:picChg>
      </pc:sldChg>
      <pc:sldChg chg="addSp delSp modSp del mod">
        <pc:chgData name="Lucas Whitaker" userId="d6eeba3a-74fa-4531-b252-6bdbac14e550" providerId="ADAL" clId="{F9E3379A-489F-41A9-B5CE-23FB8474779E}" dt="2026-09-01T17:34:29.555" v="507" actId="47"/>
        <pc:sldMkLst>
          <pc:docMk/>
          <pc:sldMk cId="0" sldId="259"/>
        </pc:sldMkLst>
        <pc:spChg chg="add del">
          <ac:chgData name="Lucas Whitaker" userId="d6eeba3a-74fa-4531-b252-6bdbac14e550" providerId="ADAL" clId="{F9E3379A-489F-41A9-B5CE-23FB8474779E}" dt="2026-09-01T17:09:33.148" v="399" actId="478"/>
          <ac:spMkLst>
            <pc:docMk/>
            <pc:sldMk cId="0" sldId="259"/>
            <ac:spMk id="7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7:15:55.052" v="489" actId="21"/>
          <ac:spMkLst>
            <pc:docMk/>
            <pc:sldMk cId="0" sldId="259"/>
            <ac:spMk id="9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7:10:13.371" v="409" actId="478"/>
          <ac:spMkLst>
            <pc:docMk/>
            <pc:sldMk cId="0" sldId="259"/>
            <ac:spMk id="11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7:10:11.971" v="408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7:10:11.971" v="408" actId="478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7:10:11.971" v="408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7:10:11.971" v="408" actId="478"/>
          <ac:spMkLst>
            <pc:docMk/>
            <pc:sldMk cId="0" sldId="259"/>
            <ac:spMk id="15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6:06:39.256" v="106" actId="27636"/>
          <ac:spMkLst>
            <pc:docMk/>
            <pc:sldMk cId="0" sldId="259"/>
            <ac:spMk id="16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7:10:11.971" v="408" actId="478"/>
          <ac:spMkLst>
            <pc:docMk/>
            <pc:sldMk cId="0" sldId="259"/>
            <ac:spMk id="17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7:10:11.971" v="408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7:10:11.971" v="408" actId="478"/>
          <ac:spMkLst>
            <pc:docMk/>
            <pc:sldMk cId="0" sldId="259"/>
            <ac:spMk id="19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7:10:11.971" v="408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7:10:11.971" v="408" actId="478"/>
          <ac:spMkLst>
            <pc:docMk/>
            <pc:sldMk cId="0" sldId="259"/>
            <ac:spMk id="21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7:10:11.971" v="408" actId="478"/>
          <ac:spMkLst>
            <pc:docMk/>
            <pc:sldMk cId="0" sldId="259"/>
            <ac:spMk id="22" creationId="{00000000-0000-0000-0000-000000000000}"/>
          </ac:spMkLst>
        </pc:spChg>
        <pc:graphicFrameChg chg="add mod modGraphic">
          <ac:chgData name="Lucas Whitaker" userId="d6eeba3a-74fa-4531-b252-6bdbac14e550" providerId="ADAL" clId="{F9E3379A-489F-41A9-B5CE-23FB8474779E}" dt="2026-09-01T17:08:47.663" v="392" actId="14100"/>
          <ac:graphicFrameMkLst>
            <pc:docMk/>
            <pc:sldMk cId="0" sldId="259"/>
            <ac:graphicFrameMk id="23" creationId="{45EDB823-8BB7-DAEC-5EE9-101AC15D16CD}"/>
          </ac:graphicFrameMkLst>
        </pc:graphicFrameChg>
        <pc:graphicFrameChg chg="add mod modGraphic">
          <ac:chgData name="Lucas Whitaker" userId="d6eeba3a-74fa-4531-b252-6bdbac14e550" providerId="ADAL" clId="{F9E3379A-489F-41A9-B5CE-23FB8474779E}" dt="2026-09-01T17:09:31.264" v="398" actId="14100"/>
          <ac:graphicFrameMkLst>
            <pc:docMk/>
            <pc:sldMk cId="0" sldId="259"/>
            <ac:graphicFrameMk id="24" creationId="{26CBC449-1494-9A95-2840-77A5C372F43F}"/>
          </ac:graphicFrameMkLst>
        </pc:graphicFrameChg>
      </pc:sldChg>
      <pc:sldChg chg="addSp delSp modSp mod">
        <pc:chgData name="Lucas Whitaker" userId="d6eeba3a-74fa-4531-b252-6bdbac14e550" providerId="ADAL" clId="{F9E3379A-489F-41A9-B5CE-23FB8474779E}" dt="2026-09-01T18:55:29.887" v="1404" actId="1038"/>
        <pc:sldMkLst>
          <pc:docMk/>
          <pc:sldMk cId="0" sldId="260"/>
        </pc:sldMkLst>
        <pc:spChg chg="mod">
          <ac:chgData name="Lucas Whitaker" userId="d6eeba3a-74fa-4531-b252-6bdbac14e550" providerId="ADAL" clId="{F9E3379A-489F-41A9-B5CE-23FB8474779E}" dt="2026-09-01T18:50:18.456" v="1264" actId="1076"/>
          <ac:spMkLst>
            <pc:docMk/>
            <pc:sldMk cId="0" sldId="260"/>
            <ac:spMk id="4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7:55:04.728" v="544" actId="478"/>
          <ac:spMkLst>
            <pc:docMk/>
            <pc:sldMk cId="0" sldId="260"/>
            <ac:spMk id="5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55:29.887" v="1404" actId="1038"/>
          <ac:spMkLst>
            <pc:docMk/>
            <pc:sldMk cId="0" sldId="260"/>
            <ac:spMk id="6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7:54:58.530" v="542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7:54:53.832" v="537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7:54:52.224" v="536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7:54:55.944" v="539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7:54:55.080" v="538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7:54:56.847" v="540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7:54:57.721" v="541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7:55:07.503" v="545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7:55:10.977" v="547" actId="478"/>
          <ac:spMkLst>
            <pc:docMk/>
            <pc:sldMk cId="0" sldId="260"/>
            <ac:spMk id="15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55:26.644" v="1392" actId="1038"/>
          <ac:spMkLst>
            <pc:docMk/>
            <pc:sldMk cId="0" sldId="260"/>
            <ac:spMk id="16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8:54:47.025" v="1319" actId="478"/>
          <ac:spMkLst>
            <pc:docMk/>
            <pc:sldMk cId="0" sldId="260"/>
            <ac:spMk id="17" creationId="{00000000-0000-0000-0000-000000000000}"/>
          </ac:spMkLst>
        </pc:spChg>
        <pc:picChg chg="add del mod">
          <ac:chgData name="Lucas Whitaker" userId="d6eeba3a-74fa-4531-b252-6bdbac14e550" providerId="ADAL" clId="{F9E3379A-489F-41A9-B5CE-23FB8474779E}" dt="2026-09-01T17:53:30.978" v="512" actId="478"/>
          <ac:picMkLst>
            <pc:docMk/>
            <pc:sldMk cId="0" sldId="260"/>
            <ac:picMk id="19" creationId="{56A67980-5EC2-CF9B-46B3-8D10A8BD7650}"/>
          </ac:picMkLst>
        </pc:picChg>
        <pc:picChg chg="add del mod">
          <ac:chgData name="Lucas Whitaker" userId="d6eeba3a-74fa-4531-b252-6bdbac14e550" providerId="ADAL" clId="{F9E3379A-489F-41A9-B5CE-23FB8474779E}" dt="2026-09-01T17:54:05.968" v="521" actId="478"/>
          <ac:picMkLst>
            <pc:docMk/>
            <pc:sldMk cId="0" sldId="260"/>
            <ac:picMk id="21" creationId="{932FBFCC-3E33-39DC-ACFD-D9228E1FD2C0}"/>
          </ac:picMkLst>
        </pc:picChg>
        <pc:picChg chg="add mod">
          <ac:chgData name="Lucas Whitaker" userId="d6eeba3a-74fa-4531-b252-6bdbac14e550" providerId="ADAL" clId="{F9E3379A-489F-41A9-B5CE-23FB8474779E}" dt="2026-09-01T18:55:29.887" v="1404" actId="1038"/>
          <ac:picMkLst>
            <pc:docMk/>
            <pc:sldMk cId="0" sldId="260"/>
            <ac:picMk id="23" creationId="{A089D82F-5E18-B48A-4660-425BD62E9D90}"/>
          </ac:picMkLst>
        </pc:picChg>
        <pc:picChg chg="add mod">
          <ac:chgData name="Lucas Whitaker" userId="d6eeba3a-74fa-4531-b252-6bdbac14e550" providerId="ADAL" clId="{F9E3379A-489F-41A9-B5CE-23FB8474779E}" dt="2026-09-01T18:55:26.644" v="1392" actId="1038"/>
          <ac:picMkLst>
            <pc:docMk/>
            <pc:sldMk cId="0" sldId="260"/>
            <ac:picMk id="26" creationId="{322D831C-F607-CD15-9BF2-F52BC8160FCE}"/>
          </ac:picMkLst>
        </pc:picChg>
        <pc:picChg chg="add del mod">
          <ac:chgData name="Lucas Whitaker" userId="d6eeba3a-74fa-4531-b252-6bdbac14e550" providerId="ADAL" clId="{F9E3379A-489F-41A9-B5CE-23FB8474779E}" dt="2026-09-01T18:50:14.537" v="1262" actId="478"/>
          <ac:picMkLst>
            <pc:docMk/>
            <pc:sldMk cId="0" sldId="260"/>
            <ac:picMk id="28" creationId="{E418CC9D-1B41-0524-4EFF-F600EEDB305B}"/>
          </ac:picMkLst>
        </pc:picChg>
      </pc:sldChg>
      <pc:sldChg chg="addSp delSp modSp mod">
        <pc:chgData name="Lucas Whitaker" userId="d6eeba3a-74fa-4531-b252-6bdbac14e550" providerId="ADAL" clId="{F9E3379A-489F-41A9-B5CE-23FB8474779E}" dt="2026-09-01T18:04:12.646" v="690" actId="1035"/>
        <pc:sldMkLst>
          <pc:docMk/>
          <pc:sldMk cId="0" sldId="261"/>
        </pc:sldMkLst>
        <pc:spChg chg="add del mod">
          <ac:chgData name="Lucas Whitaker" userId="d6eeba3a-74fa-4531-b252-6bdbac14e550" providerId="ADAL" clId="{F9E3379A-489F-41A9-B5CE-23FB8474779E}" dt="2026-09-01T18:02:39.063" v="569" actId="1076"/>
          <ac:spMkLst>
            <pc:docMk/>
            <pc:sldMk cId="0" sldId="261"/>
            <ac:spMk id="3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02:15.492" v="559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02:14.540" v="558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02:14.540" v="558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02:14.540" v="558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02:14.540" v="558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02:14.540" v="558" actId="478"/>
          <ac:spMkLst>
            <pc:docMk/>
            <pc:sldMk cId="0" sldId="261"/>
            <ac:spMk id="12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02:14.540" v="558" actId="478"/>
          <ac:spMkLst>
            <pc:docMk/>
            <pc:sldMk cId="0" sldId="261"/>
            <ac:spMk id="13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02:14.540" v="558" actId="478"/>
          <ac:spMkLst>
            <pc:docMk/>
            <pc:sldMk cId="0" sldId="261"/>
            <ac:spMk id="14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02:14.540" v="558" actId="478"/>
          <ac:spMkLst>
            <pc:docMk/>
            <pc:sldMk cId="0" sldId="261"/>
            <ac:spMk id="15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02:14.540" v="558" actId="478"/>
          <ac:spMkLst>
            <pc:docMk/>
            <pc:sldMk cId="0" sldId="261"/>
            <ac:spMk id="18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02:14.540" v="558" actId="478"/>
          <ac:spMkLst>
            <pc:docMk/>
            <pc:sldMk cId="0" sldId="261"/>
            <ac:spMk id="19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8:04:12.646" v="690" actId="1035"/>
          <ac:spMkLst>
            <pc:docMk/>
            <pc:sldMk cId="0" sldId="261"/>
            <ac:spMk id="20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8:04:12.646" v="690" actId="1035"/>
          <ac:spMkLst>
            <pc:docMk/>
            <pc:sldMk cId="0" sldId="261"/>
            <ac:spMk id="21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8:04:12.646" v="690" actId="1035"/>
          <ac:spMkLst>
            <pc:docMk/>
            <pc:sldMk cId="0" sldId="261"/>
            <ac:spMk id="22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8:04:12.646" v="690" actId="1035"/>
          <ac:spMkLst>
            <pc:docMk/>
            <pc:sldMk cId="0" sldId="261"/>
            <ac:spMk id="23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8:04:12.646" v="690" actId="1035"/>
          <ac:spMkLst>
            <pc:docMk/>
            <pc:sldMk cId="0" sldId="261"/>
            <ac:spMk id="24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8:04:12.646" v="690" actId="1035"/>
          <ac:spMkLst>
            <pc:docMk/>
            <pc:sldMk cId="0" sldId="261"/>
            <ac:spMk id="25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8:04:12.646" v="690" actId="1035"/>
          <ac:spMkLst>
            <pc:docMk/>
            <pc:sldMk cId="0" sldId="261"/>
            <ac:spMk id="26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8:04:12.646" v="690" actId="1035"/>
          <ac:spMkLst>
            <pc:docMk/>
            <pc:sldMk cId="0" sldId="261"/>
            <ac:spMk id="27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8:04:12.646" v="690" actId="1035"/>
          <ac:spMkLst>
            <pc:docMk/>
            <pc:sldMk cId="0" sldId="261"/>
            <ac:spMk id="28" creationId="{00000000-0000-0000-0000-000000000000}"/>
          </ac:spMkLst>
        </pc:spChg>
        <pc:spChg chg="add del mod">
          <ac:chgData name="Lucas Whitaker" userId="d6eeba3a-74fa-4531-b252-6bdbac14e550" providerId="ADAL" clId="{F9E3379A-489F-41A9-B5CE-23FB8474779E}" dt="2026-09-01T18:03:04.879" v="610" actId="1076"/>
          <ac:spMkLst>
            <pc:docMk/>
            <pc:sldMk cId="0" sldId="261"/>
            <ac:spMk id="29" creationId="{00000000-0000-0000-0000-000000000000}"/>
          </ac:spMkLst>
        </pc:spChg>
        <pc:picChg chg="add del mod">
          <ac:chgData name="Lucas Whitaker" userId="d6eeba3a-74fa-4531-b252-6bdbac14e550" providerId="ADAL" clId="{F9E3379A-489F-41A9-B5CE-23FB8474779E}" dt="2026-09-01T18:02:24.741" v="563" actId="478"/>
          <ac:picMkLst>
            <pc:docMk/>
            <pc:sldMk cId="0" sldId="261"/>
            <ac:picMk id="31" creationId="{EFE22206-E76A-BF63-401D-A16F6A8287DA}"/>
          </ac:picMkLst>
        </pc:picChg>
        <pc:picChg chg="add mod">
          <ac:chgData name="Lucas Whitaker" userId="d6eeba3a-74fa-4531-b252-6bdbac14e550" providerId="ADAL" clId="{F9E3379A-489F-41A9-B5CE-23FB8474779E}" dt="2026-09-01T18:03:28.262" v="614" actId="1076"/>
          <ac:picMkLst>
            <pc:docMk/>
            <pc:sldMk cId="0" sldId="261"/>
            <ac:picMk id="33" creationId="{E2297E79-47BD-B346-EF18-DC3550E84A4E}"/>
          </ac:picMkLst>
        </pc:picChg>
      </pc:sldChg>
      <pc:sldChg chg="addSp delSp modSp mod">
        <pc:chgData name="Lucas Whitaker" userId="d6eeba3a-74fa-4531-b252-6bdbac14e550" providerId="ADAL" clId="{F9E3379A-489F-41A9-B5CE-23FB8474779E}" dt="2026-09-01T18:09:23.715" v="727" actId="1076"/>
        <pc:sldMkLst>
          <pc:docMk/>
          <pc:sldMk cId="0" sldId="262"/>
        </pc:sldMkLst>
        <pc:spChg chg="add del">
          <ac:chgData name="Lucas Whitaker" userId="d6eeba3a-74fa-4531-b252-6bdbac14e550" providerId="ADAL" clId="{F9E3379A-489F-41A9-B5CE-23FB8474779E}" dt="2026-09-01T18:08:02.081" v="704" actId="478"/>
          <ac:spMkLst>
            <pc:docMk/>
            <pc:sldMk cId="0" sldId="262"/>
            <ac:spMk id="5" creationId="{00000000-0000-0000-0000-000000000000}"/>
          </ac:spMkLst>
        </pc:spChg>
        <pc:spChg chg="add del">
          <ac:chgData name="Lucas Whitaker" userId="d6eeba3a-74fa-4531-b252-6bdbac14e550" providerId="ADAL" clId="{F9E3379A-489F-41A9-B5CE-23FB8474779E}" dt="2026-09-01T18:08:02.081" v="704" actId="478"/>
          <ac:spMkLst>
            <pc:docMk/>
            <pc:sldMk cId="0" sldId="262"/>
            <ac:spMk id="6" creationId="{00000000-0000-0000-0000-000000000000}"/>
          </ac:spMkLst>
        </pc:spChg>
        <pc:spChg chg="add del">
          <ac:chgData name="Lucas Whitaker" userId="d6eeba3a-74fa-4531-b252-6bdbac14e550" providerId="ADAL" clId="{F9E3379A-489F-41A9-B5CE-23FB8474779E}" dt="2026-09-01T18:08:02.081" v="704" actId="478"/>
          <ac:spMkLst>
            <pc:docMk/>
            <pc:sldMk cId="0" sldId="262"/>
            <ac:spMk id="7" creationId="{00000000-0000-0000-0000-000000000000}"/>
          </ac:spMkLst>
        </pc:spChg>
        <pc:spChg chg="add del">
          <ac:chgData name="Lucas Whitaker" userId="d6eeba3a-74fa-4531-b252-6bdbac14e550" providerId="ADAL" clId="{F9E3379A-489F-41A9-B5CE-23FB8474779E}" dt="2026-09-01T18:08:02.081" v="704" actId="478"/>
          <ac:spMkLst>
            <pc:docMk/>
            <pc:sldMk cId="0" sldId="262"/>
            <ac:spMk id="8" creationId="{00000000-0000-0000-0000-000000000000}"/>
          </ac:spMkLst>
        </pc:spChg>
        <pc:spChg chg="add del">
          <ac:chgData name="Lucas Whitaker" userId="d6eeba3a-74fa-4531-b252-6bdbac14e550" providerId="ADAL" clId="{F9E3379A-489F-41A9-B5CE-23FB8474779E}" dt="2026-09-01T18:08:05.810" v="706" actId="478"/>
          <ac:spMkLst>
            <pc:docMk/>
            <pc:sldMk cId="0" sldId="262"/>
            <ac:spMk id="9" creationId="{00000000-0000-0000-0000-000000000000}"/>
          </ac:spMkLst>
        </pc:spChg>
        <pc:spChg chg="add del">
          <ac:chgData name="Lucas Whitaker" userId="d6eeba3a-74fa-4531-b252-6bdbac14e550" providerId="ADAL" clId="{F9E3379A-489F-41A9-B5CE-23FB8474779E}" dt="2026-09-01T18:08:05.810" v="706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08:05.810" v="706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08:05.810" v="706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08:05.810" v="706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08:05.810" v="706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08:05.810" v="706" actId="478"/>
          <ac:spMkLst>
            <pc:docMk/>
            <pc:sldMk cId="0" sldId="262"/>
            <ac:spMk id="15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6:06:39.269" v="111" actId="27636"/>
          <ac:spMkLst>
            <pc:docMk/>
            <pc:sldMk cId="0" sldId="262"/>
            <ac:spMk id="19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8:08:05.810" v="706" actId="478"/>
          <ac:spMkLst>
            <pc:docMk/>
            <pc:sldMk cId="0" sldId="262"/>
            <ac:spMk id="21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6:06:39.271" v="112" actId="27636"/>
          <ac:spMkLst>
            <pc:docMk/>
            <pc:sldMk cId="0" sldId="262"/>
            <ac:spMk id="23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8:08:05.810" v="706" actId="478"/>
          <ac:spMkLst>
            <pc:docMk/>
            <pc:sldMk cId="0" sldId="262"/>
            <ac:spMk id="25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08:05.810" v="706" actId="478"/>
          <ac:spMkLst>
            <pc:docMk/>
            <pc:sldMk cId="0" sldId="262"/>
            <ac:spMk id="26" creationId="{00000000-0000-0000-0000-000000000000}"/>
          </ac:spMkLst>
        </pc:spChg>
        <pc:picChg chg="add del mod">
          <ac:chgData name="Lucas Whitaker" userId="d6eeba3a-74fa-4531-b252-6bdbac14e550" providerId="ADAL" clId="{F9E3379A-489F-41A9-B5CE-23FB8474779E}" dt="2026-09-01T18:08:06.225" v="707" actId="478"/>
          <ac:picMkLst>
            <pc:docMk/>
            <pc:sldMk cId="0" sldId="262"/>
            <ac:picMk id="29" creationId="{061577DA-A681-F56B-1D5C-7DFFEFFFED2F}"/>
          </ac:picMkLst>
        </pc:picChg>
        <pc:picChg chg="add del mod">
          <ac:chgData name="Lucas Whitaker" userId="d6eeba3a-74fa-4531-b252-6bdbac14e550" providerId="ADAL" clId="{F9E3379A-489F-41A9-B5CE-23FB8474779E}" dt="2026-09-01T18:08:55.290" v="717" actId="478"/>
          <ac:picMkLst>
            <pc:docMk/>
            <pc:sldMk cId="0" sldId="262"/>
            <ac:picMk id="31" creationId="{F8D351C0-AFD6-45C7-8853-180637419435}"/>
          </ac:picMkLst>
        </pc:picChg>
        <pc:picChg chg="add del mod">
          <ac:chgData name="Lucas Whitaker" userId="d6eeba3a-74fa-4531-b252-6bdbac14e550" providerId="ADAL" clId="{F9E3379A-489F-41A9-B5CE-23FB8474779E}" dt="2026-09-01T18:09:04.275" v="722" actId="478"/>
          <ac:picMkLst>
            <pc:docMk/>
            <pc:sldMk cId="0" sldId="262"/>
            <ac:picMk id="33" creationId="{3A1E39C0-54A4-22A8-ED95-A21B9EEDFB4B}"/>
          </ac:picMkLst>
        </pc:picChg>
        <pc:picChg chg="add mod">
          <ac:chgData name="Lucas Whitaker" userId="d6eeba3a-74fa-4531-b252-6bdbac14e550" providerId="ADAL" clId="{F9E3379A-489F-41A9-B5CE-23FB8474779E}" dt="2026-09-01T18:09:23.715" v="727" actId="1076"/>
          <ac:picMkLst>
            <pc:docMk/>
            <pc:sldMk cId="0" sldId="262"/>
            <ac:picMk id="35" creationId="{D98EE371-F1D3-B680-BCA1-0E57FCCCD300}"/>
          </ac:picMkLst>
        </pc:picChg>
        <pc:picChg chg="add mod">
          <ac:chgData name="Lucas Whitaker" userId="d6eeba3a-74fa-4531-b252-6bdbac14e550" providerId="ADAL" clId="{F9E3379A-489F-41A9-B5CE-23FB8474779E}" dt="2026-09-01T18:09:20.005" v="726" actId="1076"/>
          <ac:picMkLst>
            <pc:docMk/>
            <pc:sldMk cId="0" sldId="262"/>
            <ac:picMk id="37" creationId="{B99DC73E-9CCA-7E38-3711-61A522C172BB}"/>
          </ac:picMkLst>
        </pc:picChg>
      </pc:sldChg>
      <pc:sldChg chg="addSp delSp modSp mod">
        <pc:chgData name="Lucas Whitaker" userId="d6eeba3a-74fa-4531-b252-6bdbac14e550" providerId="ADAL" clId="{F9E3379A-489F-41A9-B5CE-23FB8474779E}" dt="2026-09-01T18:20:01.063" v="899" actId="1076"/>
        <pc:sldMkLst>
          <pc:docMk/>
          <pc:sldMk cId="0" sldId="263"/>
        </pc:sldMkLst>
        <pc:spChg chg="mod">
          <ac:chgData name="Lucas Whitaker" userId="d6eeba3a-74fa-4531-b252-6bdbac14e550" providerId="ADAL" clId="{F9E3379A-489F-41A9-B5CE-23FB8474779E}" dt="2026-09-01T18:16:01.181" v="805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16:06.613" v="806" actId="14100"/>
          <ac:spMkLst>
            <pc:docMk/>
            <pc:sldMk cId="0" sldId="263"/>
            <ac:spMk id="4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15:45.085" v="780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15:45.085" v="780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15:45.085" v="780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15:45.085" v="780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15:45.085" v="780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15:45.085" v="780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15:45.085" v="780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15:45.085" v="780" actId="478"/>
          <ac:spMkLst>
            <pc:docMk/>
            <pc:sldMk cId="0" sldId="263"/>
            <ac:spMk id="14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6:06:39.282" v="114" actId="27636"/>
          <ac:spMkLst>
            <pc:docMk/>
            <pc:sldMk cId="0" sldId="263"/>
            <ac:spMk id="18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15:45.085" v="780" actId="478"/>
          <ac:spMkLst>
            <pc:docMk/>
            <pc:sldMk cId="0" sldId="263"/>
            <ac:spMk id="19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8:15:45.085" v="780" actId="478"/>
          <ac:spMkLst>
            <pc:docMk/>
            <pc:sldMk cId="0" sldId="263"/>
            <ac:spMk id="20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6:06:39.283" v="115" actId="2763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19:51.495" v="896" actId="14100"/>
          <ac:spMkLst>
            <pc:docMk/>
            <pc:sldMk cId="0" sldId="263"/>
            <ac:spMk id="23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17:08.174" v="839" actId="20577"/>
          <ac:spMkLst>
            <pc:docMk/>
            <pc:sldMk cId="0" sldId="263"/>
            <ac:spMk id="24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18:51.126" v="887" actId="107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19:51.495" v="896" actId="14100"/>
          <ac:spMkLst>
            <pc:docMk/>
            <pc:sldMk cId="0" sldId="263"/>
            <ac:spMk id="26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19:51.495" v="896" actId="14100"/>
          <ac:spMkLst>
            <pc:docMk/>
            <pc:sldMk cId="0" sldId="263"/>
            <ac:spMk id="27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8:19:51.495" v="896" actId="14100"/>
          <ac:spMkLst>
            <pc:docMk/>
            <pc:sldMk cId="0" sldId="263"/>
            <ac:spMk id="28" creationId="{00000000-0000-0000-0000-000000000000}"/>
          </ac:spMkLst>
        </pc:spChg>
        <pc:spChg chg="add mod">
          <ac:chgData name="Lucas Whitaker" userId="d6eeba3a-74fa-4531-b252-6bdbac14e550" providerId="ADAL" clId="{F9E3379A-489F-41A9-B5CE-23FB8474779E}" dt="2026-09-01T18:17:36.031" v="841" actId="571"/>
          <ac:spMkLst>
            <pc:docMk/>
            <pc:sldMk cId="0" sldId="263"/>
            <ac:spMk id="32" creationId="{B6886A3F-32C7-9DAC-4242-C3B3C3FF91E5}"/>
          </ac:spMkLst>
        </pc:spChg>
        <pc:spChg chg="add mod">
          <ac:chgData name="Lucas Whitaker" userId="d6eeba3a-74fa-4531-b252-6bdbac14e550" providerId="ADAL" clId="{F9E3379A-489F-41A9-B5CE-23FB8474779E}" dt="2026-09-01T18:17:45.025" v="845" actId="571"/>
          <ac:spMkLst>
            <pc:docMk/>
            <pc:sldMk cId="0" sldId="263"/>
            <ac:spMk id="33" creationId="{70F7C738-EFB9-CDE6-3589-26E93B8665C5}"/>
          </ac:spMkLst>
        </pc:spChg>
        <pc:spChg chg="add mod">
          <ac:chgData name="Lucas Whitaker" userId="d6eeba3a-74fa-4531-b252-6bdbac14e550" providerId="ADAL" clId="{F9E3379A-489F-41A9-B5CE-23FB8474779E}" dt="2026-09-01T18:17:46.787" v="847" actId="571"/>
          <ac:spMkLst>
            <pc:docMk/>
            <pc:sldMk cId="0" sldId="263"/>
            <ac:spMk id="34" creationId="{DB85B1F2-0471-32F3-C923-1266BD18F797}"/>
          </ac:spMkLst>
        </pc:spChg>
        <pc:picChg chg="add mod">
          <ac:chgData name="Lucas Whitaker" userId="d6eeba3a-74fa-4531-b252-6bdbac14e550" providerId="ADAL" clId="{F9E3379A-489F-41A9-B5CE-23FB8474779E}" dt="2026-09-01T18:20:01.063" v="899" actId="1076"/>
          <ac:picMkLst>
            <pc:docMk/>
            <pc:sldMk cId="0" sldId="263"/>
            <ac:picMk id="31" creationId="{5683F1CD-9074-2D96-B402-33766F8DED99}"/>
          </ac:picMkLst>
        </pc:picChg>
      </pc:sldChg>
      <pc:sldChg chg="del">
        <pc:chgData name="Lucas Whitaker" userId="d6eeba3a-74fa-4531-b252-6bdbac14e550" providerId="ADAL" clId="{F9E3379A-489F-41A9-B5CE-23FB8474779E}" dt="2026-09-01T18:20:08.949" v="900" actId="47"/>
        <pc:sldMkLst>
          <pc:docMk/>
          <pc:sldMk cId="0" sldId="264"/>
        </pc:sldMkLst>
      </pc:sldChg>
      <pc:sldChg chg="addSp delSp modSp mod">
        <pc:chgData name="Lucas Whitaker" userId="d6eeba3a-74fa-4531-b252-6bdbac14e550" providerId="ADAL" clId="{F9E3379A-489F-41A9-B5CE-23FB8474779E}" dt="2026-09-01T18:35:41.414" v="1027"/>
        <pc:sldMkLst>
          <pc:docMk/>
          <pc:sldMk cId="0" sldId="265"/>
        </pc:sldMkLst>
        <pc:spChg chg="del">
          <ac:chgData name="Lucas Whitaker" userId="d6eeba3a-74fa-4531-b252-6bdbac14e550" providerId="ADAL" clId="{F9E3379A-489F-41A9-B5CE-23FB8474779E}" dt="2026-09-01T18:22:35.582" v="997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22:35.582" v="997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22:35.582" v="997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22:35.582" v="997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22:35.582" v="997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22:35.582" v="997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22:35.582" v="997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22:35.582" v="997" actId="478"/>
          <ac:spMkLst>
            <pc:docMk/>
            <pc:sldMk cId="0" sldId="265"/>
            <ac:spMk id="15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22:35.582" v="997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Lucas Whitaker" userId="d6eeba3a-74fa-4531-b252-6bdbac14e550" providerId="ADAL" clId="{F9E3379A-489F-41A9-B5CE-23FB8474779E}" dt="2026-09-01T18:22:35.582" v="997" actId="478"/>
          <ac:spMkLst>
            <pc:docMk/>
            <pc:sldMk cId="0" sldId="265"/>
            <ac:spMk id="18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8:33:01.004" v="1015" actId="478"/>
          <ac:spMkLst>
            <pc:docMk/>
            <pc:sldMk cId="0" sldId="265"/>
            <ac:spMk id="19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8:32:57.148" v="1012" actId="478"/>
          <ac:spMkLst>
            <pc:docMk/>
            <pc:sldMk cId="0" sldId="265"/>
            <ac:spMk id="20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8:32:57.148" v="1012" actId="478"/>
          <ac:spMkLst>
            <pc:docMk/>
            <pc:sldMk cId="0" sldId="265"/>
            <ac:spMk id="21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8:33:00.258" v="1014" actId="478"/>
          <ac:spMkLst>
            <pc:docMk/>
            <pc:sldMk cId="0" sldId="265"/>
            <ac:spMk id="22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8:33:00.258" v="1014" actId="478"/>
          <ac:spMkLst>
            <pc:docMk/>
            <pc:sldMk cId="0" sldId="265"/>
            <ac:spMk id="23" creationId="{00000000-0000-0000-0000-000000000000}"/>
          </ac:spMkLst>
        </pc:spChg>
        <pc:spChg chg="del mod">
          <ac:chgData name="Lucas Whitaker" userId="d6eeba3a-74fa-4531-b252-6bdbac14e550" providerId="ADAL" clId="{F9E3379A-489F-41A9-B5CE-23FB8474779E}" dt="2026-09-01T18:33:00.258" v="1014" actId="478"/>
          <ac:spMkLst>
            <pc:docMk/>
            <pc:sldMk cId="0" sldId="265"/>
            <ac:spMk id="24" creationId="{00000000-0000-0000-0000-000000000000}"/>
          </ac:spMkLst>
        </pc:spChg>
        <pc:spChg chg="add del">
          <ac:chgData name="Lucas Whitaker" userId="d6eeba3a-74fa-4531-b252-6bdbac14e550" providerId="ADAL" clId="{F9E3379A-489F-41A9-B5CE-23FB8474779E}" dt="2026-09-01T18:33:02.583" v="1017" actId="22"/>
          <ac:spMkLst>
            <pc:docMk/>
            <pc:sldMk cId="0" sldId="265"/>
            <ac:spMk id="29" creationId="{F8BE0820-4B6F-F21F-0070-2523E681DB46}"/>
          </ac:spMkLst>
        </pc:spChg>
        <pc:picChg chg="add del mod">
          <ac:chgData name="Lucas Whitaker" userId="d6eeba3a-74fa-4531-b252-6bdbac14e550" providerId="ADAL" clId="{F9E3379A-489F-41A9-B5CE-23FB8474779E}" dt="2026-09-01T18:32:57.779" v="1013" actId="478"/>
          <ac:picMkLst>
            <pc:docMk/>
            <pc:sldMk cId="0" sldId="265"/>
            <ac:picMk id="27" creationId="{E6F05F9F-413D-A702-EA3B-7DD8B2157943}"/>
          </ac:picMkLst>
        </pc:picChg>
        <pc:picChg chg="add del mod">
          <ac:chgData name="Lucas Whitaker" userId="d6eeba3a-74fa-4531-b252-6bdbac14e550" providerId="ADAL" clId="{F9E3379A-489F-41A9-B5CE-23FB8474779E}" dt="2026-09-01T18:35:38.049" v="1025" actId="478"/>
          <ac:picMkLst>
            <pc:docMk/>
            <pc:sldMk cId="0" sldId="265"/>
            <ac:picMk id="31" creationId="{49AC2477-7BBC-235F-8FD6-C386A15700F6}"/>
          </ac:picMkLst>
        </pc:picChg>
        <pc:picChg chg="add mod">
          <ac:chgData name="Lucas Whitaker" userId="d6eeba3a-74fa-4531-b252-6bdbac14e550" providerId="ADAL" clId="{F9E3379A-489F-41A9-B5CE-23FB8474779E}" dt="2026-09-01T18:35:41.414" v="1027"/>
          <ac:picMkLst>
            <pc:docMk/>
            <pc:sldMk cId="0" sldId="265"/>
            <ac:picMk id="33" creationId="{26884AC7-006E-8F53-4C08-FDA28DEFB32E}"/>
          </ac:picMkLst>
        </pc:picChg>
      </pc:sldChg>
      <pc:sldChg chg="modSp add del mod">
        <pc:chgData name="Lucas Whitaker" userId="d6eeba3a-74fa-4531-b252-6bdbac14e550" providerId="ADAL" clId="{F9E3379A-489F-41A9-B5CE-23FB8474779E}" dt="2026-09-01T18:43:27.109" v="1068" actId="47"/>
        <pc:sldMkLst>
          <pc:docMk/>
          <pc:sldMk cId="0" sldId="266"/>
        </pc:sldMkLst>
        <pc:spChg chg="mod">
          <ac:chgData name="Lucas Whitaker" userId="d6eeba3a-74fa-4531-b252-6bdbac14e550" providerId="ADAL" clId="{F9E3379A-489F-41A9-B5CE-23FB8474779E}" dt="2026-09-01T16:06:39.290" v="116" actId="27636"/>
          <ac:spMkLst>
            <pc:docMk/>
            <pc:sldMk cId="0" sldId="266"/>
            <ac:spMk id="18" creationId="{00000000-0000-0000-0000-000000000000}"/>
          </ac:spMkLst>
        </pc:spChg>
      </pc:sldChg>
      <pc:sldChg chg="modSp del mod">
        <pc:chgData name="Lucas Whitaker" userId="d6eeba3a-74fa-4531-b252-6bdbac14e550" providerId="ADAL" clId="{F9E3379A-489F-41A9-B5CE-23FB8474779E}" dt="2026-09-01T18:41:19.417" v="1028" actId="47"/>
        <pc:sldMkLst>
          <pc:docMk/>
          <pc:sldMk cId="0" sldId="267"/>
        </pc:sldMkLst>
        <pc:spChg chg="mod">
          <ac:chgData name="Lucas Whitaker" userId="d6eeba3a-74fa-4531-b252-6bdbac14e550" providerId="ADAL" clId="{F9E3379A-489F-41A9-B5CE-23FB8474779E}" dt="2026-09-01T16:06:39.298" v="117" actId="2763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6:06:39.300" v="119" actId="2763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6:06:39.299" v="118" actId="2763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6:06:39.302" v="120" actId="2763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Lucas Whitaker" userId="d6eeba3a-74fa-4531-b252-6bdbac14e550" providerId="ADAL" clId="{F9E3379A-489F-41A9-B5CE-23FB8474779E}" dt="2026-09-01T16:06:39.303" v="121" actId="27636"/>
          <ac:spMkLst>
            <pc:docMk/>
            <pc:sldMk cId="0" sldId="267"/>
            <ac:spMk id="20" creationId="{00000000-0000-0000-0000-000000000000}"/>
          </ac:spMkLst>
        </pc:spChg>
      </pc:sldChg>
      <pc:sldChg chg="modSp mod">
        <pc:chgData name="Lucas Whitaker" userId="d6eeba3a-74fa-4531-b252-6bdbac14e550" providerId="ADAL" clId="{F9E3379A-489F-41A9-B5CE-23FB8474779E}" dt="2026-09-01T16:06:39.311" v="122" actId="27636"/>
        <pc:sldMkLst>
          <pc:docMk/>
          <pc:sldMk cId="0" sldId="268"/>
        </pc:sldMkLst>
        <pc:spChg chg="mod">
          <ac:chgData name="Lucas Whitaker" userId="d6eeba3a-74fa-4531-b252-6bdbac14e550" providerId="ADAL" clId="{F9E3379A-489F-41A9-B5CE-23FB8474779E}" dt="2026-09-01T16:06:39.311" v="122" actId="27636"/>
          <ac:spMkLst>
            <pc:docMk/>
            <pc:sldMk cId="0" sldId="268"/>
            <ac:spMk id="22" creationId="{00000000-0000-0000-0000-000000000000}"/>
          </ac:spMkLst>
        </pc:spChg>
      </pc:sldChg>
      <pc:sldChg chg="addSp delSp modSp new del mod">
        <pc:chgData name="Lucas Whitaker" userId="d6eeba3a-74fa-4531-b252-6bdbac14e550" providerId="ADAL" clId="{F9E3379A-489F-41A9-B5CE-23FB8474779E}" dt="2026-09-01T17:10:06.121" v="407" actId="47"/>
        <pc:sldMkLst>
          <pc:docMk/>
          <pc:sldMk cId="2022102338" sldId="269"/>
        </pc:sldMkLst>
        <pc:spChg chg="add del mod">
          <ac:chgData name="Lucas Whitaker" userId="d6eeba3a-74fa-4531-b252-6bdbac14e550" providerId="ADAL" clId="{F9E3379A-489F-41A9-B5CE-23FB8474779E}" dt="2026-09-01T17:09:54.833" v="405"/>
          <ac:spMkLst>
            <pc:docMk/>
            <pc:sldMk cId="2022102338" sldId="269"/>
            <ac:spMk id="2" creationId="{CBC85D24-999A-1330-457C-159368F07509}"/>
          </ac:spMkLst>
        </pc:spChg>
        <pc:spChg chg="add">
          <ac:chgData name="Lucas Whitaker" userId="d6eeba3a-74fa-4531-b252-6bdbac14e550" providerId="ADAL" clId="{F9E3379A-489F-41A9-B5CE-23FB8474779E}" dt="2026-09-01T17:09:51.446" v="403"/>
          <ac:spMkLst>
            <pc:docMk/>
            <pc:sldMk cId="2022102338" sldId="269"/>
            <ac:spMk id="7" creationId="{B4AA0334-8E0D-3303-8853-BCF950459D9B}"/>
          </ac:spMkLst>
        </pc:spChg>
        <pc:graphicFrameChg chg="add mod">
          <ac:chgData name="Lucas Whitaker" userId="d6eeba3a-74fa-4531-b252-6bdbac14e550" providerId="ADAL" clId="{F9E3379A-489F-41A9-B5CE-23FB8474779E}" dt="2026-09-01T17:09:51.446" v="403"/>
          <ac:graphicFrameMkLst>
            <pc:docMk/>
            <pc:sldMk cId="2022102338" sldId="269"/>
            <ac:graphicFrameMk id="3" creationId="{98AD1D37-5C49-5D62-EE0A-BE68A47B38FC}"/>
          </ac:graphicFrameMkLst>
        </pc:graphicFrameChg>
        <pc:graphicFrameChg chg="add mod">
          <ac:chgData name="Lucas Whitaker" userId="d6eeba3a-74fa-4531-b252-6bdbac14e550" providerId="ADAL" clId="{F9E3379A-489F-41A9-B5CE-23FB8474779E}" dt="2026-09-01T17:09:51.446" v="403"/>
          <ac:graphicFrameMkLst>
            <pc:docMk/>
            <pc:sldMk cId="2022102338" sldId="269"/>
            <ac:graphicFrameMk id="4" creationId="{89C0221D-7539-90A4-65E4-EA2C45C7B9FF}"/>
          </ac:graphicFrameMkLst>
        </pc:graphicFrameChg>
        <pc:graphicFrameChg chg="add mod">
          <ac:chgData name="Lucas Whitaker" userId="d6eeba3a-74fa-4531-b252-6bdbac14e550" providerId="ADAL" clId="{F9E3379A-489F-41A9-B5CE-23FB8474779E}" dt="2026-09-01T17:10:04.326" v="406" actId="1076"/>
          <ac:graphicFrameMkLst>
            <pc:docMk/>
            <pc:sldMk cId="2022102338" sldId="269"/>
            <ac:graphicFrameMk id="5" creationId="{4E1941F3-FB1D-EA4B-68EB-3777A2883291}"/>
          </ac:graphicFrameMkLst>
        </pc:graphicFrameChg>
      </pc:sldChg>
      <pc:sldChg chg="addSp delSp modSp add mod ord">
        <pc:chgData name="Lucas Whitaker" userId="d6eeba3a-74fa-4531-b252-6bdbac14e550" providerId="ADAL" clId="{F9E3379A-489F-41A9-B5CE-23FB8474779E}" dt="2026-09-01T18:54:17.933" v="1310" actId="255"/>
        <pc:sldMkLst>
          <pc:docMk/>
          <pc:sldMk cId="4184336099" sldId="269"/>
        </pc:sldMkLst>
        <pc:spChg chg="mod">
          <ac:chgData name="Lucas Whitaker" userId="d6eeba3a-74fa-4531-b252-6bdbac14e550" providerId="ADAL" clId="{F9E3379A-489F-41A9-B5CE-23FB8474779E}" dt="2026-09-01T17:14:03.972" v="464" actId="14100"/>
          <ac:spMkLst>
            <pc:docMk/>
            <pc:sldMk cId="4184336099" sldId="269"/>
            <ac:spMk id="5" creationId="{F44366F7-F5C6-74F5-9F47-8114D3E84328}"/>
          </ac:spMkLst>
        </pc:spChg>
        <pc:spChg chg="add del mod">
          <ac:chgData name="Lucas Whitaker" userId="d6eeba3a-74fa-4531-b252-6bdbac14e550" providerId="ADAL" clId="{F9E3379A-489F-41A9-B5CE-23FB8474779E}" dt="2026-09-01T17:15:42.692" v="484" actId="1076"/>
          <ac:spMkLst>
            <pc:docMk/>
            <pc:sldMk cId="4184336099" sldId="269"/>
            <ac:spMk id="6" creationId="{14669A6B-AFCA-A7AD-1ED1-B38105601A4F}"/>
          </ac:spMkLst>
        </pc:spChg>
        <pc:spChg chg="del mod">
          <ac:chgData name="Lucas Whitaker" userId="d6eeba3a-74fa-4531-b252-6bdbac14e550" providerId="ADAL" clId="{F9E3379A-489F-41A9-B5CE-23FB8474779E}" dt="2026-09-01T17:11:20.442" v="433" actId="478"/>
          <ac:spMkLst>
            <pc:docMk/>
            <pc:sldMk cId="4184336099" sldId="269"/>
            <ac:spMk id="7" creationId="{DBDEB1E7-99F7-66A7-AA5E-4EDA0F52B9FC}"/>
          </ac:spMkLst>
        </pc:spChg>
        <pc:spChg chg="del">
          <ac:chgData name="Lucas Whitaker" userId="d6eeba3a-74fa-4531-b252-6bdbac14e550" providerId="ADAL" clId="{F9E3379A-489F-41A9-B5CE-23FB8474779E}" dt="2026-09-01T17:10:44.236" v="419" actId="478"/>
          <ac:spMkLst>
            <pc:docMk/>
            <pc:sldMk cId="4184336099" sldId="269"/>
            <ac:spMk id="8" creationId="{78091B15-532C-7D34-3FE2-9959B2983351}"/>
          </ac:spMkLst>
        </pc:spChg>
        <pc:spChg chg="del mod">
          <ac:chgData name="Lucas Whitaker" userId="d6eeba3a-74fa-4531-b252-6bdbac14e550" providerId="ADAL" clId="{F9E3379A-489F-41A9-B5CE-23FB8474779E}" dt="2026-09-01T17:10:50.540" v="423" actId="478"/>
          <ac:spMkLst>
            <pc:docMk/>
            <pc:sldMk cId="4184336099" sldId="269"/>
            <ac:spMk id="9" creationId="{CA8648D3-1C53-D65A-DCD2-83E0C3A7E25D}"/>
          </ac:spMkLst>
        </pc:spChg>
        <pc:spChg chg="del mod">
          <ac:chgData name="Lucas Whitaker" userId="d6eeba3a-74fa-4531-b252-6bdbac14e550" providerId="ADAL" clId="{F9E3379A-489F-41A9-B5CE-23FB8474779E}" dt="2026-09-01T17:10:49.332" v="422" actId="478"/>
          <ac:spMkLst>
            <pc:docMk/>
            <pc:sldMk cId="4184336099" sldId="269"/>
            <ac:spMk id="10" creationId="{7606ED27-E3E6-F1EE-9C64-F3AEF618BA5E}"/>
          </ac:spMkLst>
        </pc:spChg>
        <pc:graphicFrameChg chg="add mod modGraphic">
          <ac:chgData name="Lucas Whitaker" userId="d6eeba3a-74fa-4531-b252-6bdbac14e550" providerId="ADAL" clId="{F9E3379A-489F-41A9-B5CE-23FB8474779E}" dt="2026-09-01T18:54:17.933" v="1310" actId="255"/>
          <ac:graphicFrameMkLst>
            <pc:docMk/>
            <pc:sldMk cId="4184336099" sldId="269"/>
            <ac:graphicFrameMk id="11" creationId="{04793F57-84E1-AB48-60E5-9EBE6FA41F18}"/>
          </ac:graphicFrameMkLst>
        </pc:graphicFrameChg>
      </pc:sldChg>
      <pc:sldChg chg="addSp delSp modSp add mod">
        <pc:chgData name="Lucas Whitaker" userId="d6eeba3a-74fa-4531-b252-6bdbac14e550" providerId="ADAL" clId="{F9E3379A-489F-41A9-B5CE-23FB8474779E}" dt="2026-09-01T18:54:18.979" v="1311" actId="255"/>
        <pc:sldMkLst>
          <pc:docMk/>
          <pc:sldMk cId="3453481808" sldId="270"/>
        </pc:sldMkLst>
        <pc:spChg chg="mod">
          <ac:chgData name="Lucas Whitaker" userId="d6eeba3a-74fa-4531-b252-6bdbac14e550" providerId="ADAL" clId="{F9E3379A-489F-41A9-B5CE-23FB8474779E}" dt="2026-09-01T17:16:06.497" v="494" actId="208"/>
          <ac:spMkLst>
            <pc:docMk/>
            <pc:sldMk cId="3453481808" sldId="270"/>
            <ac:spMk id="5" creationId="{DA14CF42-1750-0FD1-CE22-5B4D6CE29730}"/>
          </ac:spMkLst>
        </pc:spChg>
        <pc:spChg chg="mod">
          <ac:chgData name="Lucas Whitaker" userId="d6eeba3a-74fa-4531-b252-6bdbac14e550" providerId="ADAL" clId="{F9E3379A-489F-41A9-B5CE-23FB8474779E}" dt="2026-09-01T17:15:58.834" v="493" actId="27636"/>
          <ac:spMkLst>
            <pc:docMk/>
            <pc:sldMk cId="3453481808" sldId="270"/>
            <ac:spMk id="6" creationId="{B0E62269-A7B7-EF98-8ECB-FBC4DF87823C}"/>
          </ac:spMkLst>
        </pc:spChg>
        <pc:graphicFrameChg chg="add mod modGraphic">
          <ac:chgData name="Lucas Whitaker" userId="d6eeba3a-74fa-4531-b252-6bdbac14e550" providerId="ADAL" clId="{F9E3379A-489F-41A9-B5CE-23FB8474779E}" dt="2026-09-01T18:54:18.979" v="1311" actId="255"/>
          <ac:graphicFrameMkLst>
            <pc:docMk/>
            <pc:sldMk cId="3453481808" sldId="270"/>
            <ac:graphicFrameMk id="7" creationId="{4DBBCFCD-231A-EFB1-8E70-D881A5118678}"/>
          </ac:graphicFrameMkLst>
        </pc:graphicFrameChg>
        <pc:graphicFrameChg chg="del">
          <ac:chgData name="Lucas Whitaker" userId="d6eeba3a-74fa-4531-b252-6bdbac14e550" providerId="ADAL" clId="{F9E3379A-489F-41A9-B5CE-23FB8474779E}" dt="2026-09-01T17:16:27.498" v="499" actId="478"/>
          <ac:graphicFrameMkLst>
            <pc:docMk/>
            <pc:sldMk cId="3453481808" sldId="270"/>
            <ac:graphicFrameMk id="11" creationId="{E8FF6F3E-5576-07F1-2844-682A13A88DFE}"/>
          </ac:graphicFrameMkLst>
        </pc:graphicFrameChg>
      </pc:sldChg>
      <pc:sldChg chg="addSp delSp modSp add mod">
        <pc:chgData name="Lucas Whitaker" userId="d6eeba3a-74fa-4531-b252-6bdbac14e550" providerId="ADAL" clId="{F9E3379A-489F-41A9-B5CE-23FB8474779E}" dt="2026-09-01T18:22:23.101" v="996" actId="1076"/>
        <pc:sldMkLst>
          <pc:docMk/>
          <pc:sldMk cId="853223996" sldId="271"/>
        </pc:sldMkLst>
        <pc:spChg chg="mod ord">
          <ac:chgData name="Lucas Whitaker" userId="d6eeba3a-74fa-4531-b252-6bdbac14e550" providerId="ADAL" clId="{F9E3379A-489F-41A9-B5CE-23FB8474779E}" dt="2026-09-01T18:22:23.101" v="996" actId="1076"/>
          <ac:spMkLst>
            <pc:docMk/>
            <pc:sldMk cId="853223996" sldId="271"/>
            <ac:spMk id="3" creationId="{42FA60EC-A56D-508F-8731-1E2E9176E0FB}"/>
          </ac:spMkLst>
        </pc:spChg>
        <pc:spChg chg="mod ord">
          <ac:chgData name="Lucas Whitaker" userId="d6eeba3a-74fa-4531-b252-6bdbac14e550" providerId="ADAL" clId="{F9E3379A-489F-41A9-B5CE-23FB8474779E}" dt="2026-09-01T18:22:23.101" v="996" actId="1076"/>
          <ac:spMkLst>
            <pc:docMk/>
            <pc:sldMk cId="853223996" sldId="271"/>
            <ac:spMk id="4" creationId="{01A123AB-3C14-A062-8210-27C034D7EF71}"/>
          </ac:spMkLst>
        </pc:spChg>
        <pc:spChg chg="del">
          <ac:chgData name="Lucas Whitaker" userId="d6eeba3a-74fa-4531-b252-6bdbac14e550" providerId="ADAL" clId="{F9E3379A-489F-41A9-B5CE-23FB8474779E}" dt="2026-09-01T18:21:13.334" v="975" actId="478"/>
          <ac:spMkLst>
            <pc:docMk/>
            <pc:sldMk cId="853223996" sldId="271"/>
            <ac:spMk id="23" creationId="{27F0F0FC-1B1E-EC5C-FAAD-EBBB4EFD1D91}"/>
          </ac:spMkLst>
        </pc:spChg>
        <pc:spChg chg="del">
          <ac:chgData name="Lucas Whitaker" userId="d6eeba3a-74fa-4531-b252-6bdbac14e550" providerId="ADAL" clId="{F9E3379A-489F-41A9-B5CE-23FB8474779E}" dt="2026-09-01T18:21:13.334" v="975" actId="478"/>
          <ac:spMkLst>
            <pc:docMk/>
            <pc:sldMk cId="853223996" sldId="271"/>
            <ac:spMk id="24" creationId="{1964527F-95C2-F346-D08E-A99F3C54F281}"/>
          </ac:spMkLst>
        </pc:spChg>
        <pc:spChg chg="del">
          <ac:chgData name="Lucas Whitaker" userId="d6eeba3a-74fa-4531-b252-6bdbac14e550" providerId="ADAL" clId="{F9E3379A-489F-41A9-B5CE-23FB8474779E}" dt="2026-09-01T18:21:13.334" v="975" actId="478"/>
          <ac:spMkLst>
            <pc:docMk/>
            <pc:sldMk cId="853223996" sldId="271"/>
            <ac:spMk id="25" creationId="{A94D7BF2-9AD7-13DE-789E-BBD10955422F}"/>
          </ac:spMkLst>
        </pc:spChg>
        <pc:spChg chg="del">
          <ac:chgData name="Lucas Whitaker" userId="d6eeba3a-74fa-4531-b252-6bdbac14e550" providerId="ADAL" clId="{F9E3379A-489F-41A9-B5CE-23FB8474779E}" dt="2026-09-01T18:21:16.933" v="979" actId="478"/>
          <ac:spMkLst>
            <pc:docMk/>
            <pc:sldMk cId="853223996" sldId="271"/>
            <ac:spMk id="26" creationId="{E78690A1-2187-FBD7-3BC5-B3E08DEDB7DC}"/>
          </ac:spMkLst>
        </pc:spChg>
        <pc:spChg chg="del mod">
          <ac:chgData name="Lucas Whitaker" userId="d6eeba3a-74fa-4531-b252-6bdbac14e550" providerId="ADAL" clId="{F9E3379A-489F-41A9-B5CE-23FB8474779E}" dt="2026-09-01T18:21:15.837" v="978" actId="478"/>
          <ac:spMkLst>
            <pc:docMk/>
            <pc:sldMk cId="853223996" sldId="271"/>
            <ac:spMk id="27" creationId="{D0820382-6F11-AB55-077C-3B1356C74AB5}"/>
          </ac:spMkLst>
        </pc:spChg>
        <pc:spChg chg="del">
          <ac:chgData name="Lucas Whitaker" userId="d6eeba3a-74fa-4531-b252-6bdbac14e550" providerId="ADAL" clId="{F9E3379A-489F-41A9-B5CE-23FB8474779E}" dt="2026-09-01T18:21:14.213" v="976" actId="478"/>
          <ac:spMkLst>
            <pc:docMk/>
            <pc:sldMk cId="853223996" sldId="271"/>
            <ac:spMk id="28" creationId="{9DA3137B-3F48-C0C3-34DE-585C5DCD2C9B}"/>
          </ac:spMkLst>
        </pc:spChg>
        <pc:picChg chg="add mod">
          <ac:chgData name="Lucas Whitaker" userId="d6eeba3a-74fa-4531-b252-6bdbac14e550" providerId="ADAL" clId="{F9E3379A-489F-41A9-B5CE-23FB8474779E}" dt="2026-09-01T18:21:26.636" v="984" actId="1076"/>
          <ac:picMkLst>
            <pc:docMk/>
            <pc:sldMk cId="853223996" sldId="271"/>
            <ac:picMk id="6" creationId="{3EF54815-C730-6C97-652C-063D9B0E681D}"/>
          </ac:picMkLst>
        </pc:picChg>
        <pc:picChg chg="del">
          <ac:chgData name="Lucas Whitaker" userId="d6eeba3a-74fa-4531-b252-6bdbac14e550" providerId="ADAL" clId="{F9E3379A-489F-41A9-B5CE-23FB8474779E}" dt="2026-09-01T18:21:17.452" v="980" actId="478"/>
          <ac:picMkLst>
            <pc:docMk/>
            <pc:sldMk cId="853223996" sldId="271"/>
            <ac:picMk id="31" creationId="{039C1596-ECC4-E1CF-E866-50B01A277FE0}"/>
          </ac:picMkLst>
        </pc:picChg>
      </pc:sldChg>
      <pc:sldMasterChg chg="modSldLayout">
        <pc:chgData name="Lucas Whitaker" userId="d6eeba3a-74fa-4531-b252-6bdbac14e550" providerId="ADAL" clId="{F9E3379A-489F-41A9-B5CE-23FB8474779E}" dt="2026-09-01T17:11:48.461" v="440"/>
        <pc:sldMasterMkLst>
          <pc:docMk/>
          <pc:sldMasterMk cId="354837043" sldId="2147483651"/>
        </pc:sldMasterMkLst>
        <pc:sldLayoutChg chg="addSp delSp">
          <pc:chgData name="Lucas Whitaker" userId="d6eeba3a-74fa-4531-b252-6bdbac14e550" providerId="ADAL" clId="{F9E3379A-489F-41A9-B5CE-23FB8474779E}" dt="2026-09-01T17:11:48.461" v="440"/>
          <pc:sldLayoutMkLst>
            <pc:docMk/>
            <pc:sldMasterMk cId="354837043" sldId="2147483651"/>
            <pc:sldLayoutMk cId="2628239390" sldId="2147483679"/>
          </pc:sldLayoutMkLst>
          <pc:spChg chg="add del">
            <ac:chgData name="Lucas Whitaker" userId="d6eeba3a-74fa-4531-b252-6bdbac14e550" providerId="ADAL" clId="{F9E3379A-489F-41A9-B5CE-23FB8474779E}" dt="2026-09-01T17:11:48.461" v="440"/>
            <ac:spMkLst>
              <pc:docMk/>
              <pc:sldMasterMk cId="354837043" sldId="2147483651"/>
              <pc:sldLayoutMk cId="2628239390" sldId="2147483679"/>
              <ac:spMk id="2" creationId="{00000000-0000-0000-0000-000000000000}"/>
            </ac:spMkLst>
          </pc:spChg>
          <pc:spChg chg="add del">
            <ac:chgData name="Lucas Whitaker" userId="d6eeba3a-74fa-4531-b252-6bdbac14e550" providerId="ADAL" clId="{F9E3379A-489F-41A9-B5CE-23FB8474779E}" dt="2026-09-01T17:11:48.461" v="440"/>
            <ac:spMkLst>
              <pc:docMk/>
              <pc:sldMasterMk cId="354837043" sldId="2147483651"/>
              <pc:sldLayoutMk cId="2628239390" sldId="2147483679"/>
              <ac:spMk id="3" creationId="{00000000-0000-0000-0000-000000000000}"/>
            </ac:spMkLst>
          </pc:spChg>
        </pc:sldLayoutChg>
      </pc:sldMasterChg>
    </pc:docChg>
  </pc:docChgLst>
  <pc:docChgLst>
    <pc:chgData name="Lucas Whitaker" userId="S::lwhitaker@rbbn.com::d6eeba3a-74fa-4531-b252-6bdbac14e550" providerId="AD" clId="Web-{B7959833-4847-058A-A63E-A2AB7C3C0818}"/>
    <pc:docChg chg="modSld">
      <pc:chgData name="Lucas Whitaker" userId="S::lwhitaker@rbbn.com::d6eeba3a-74fa-4531-b252-6bdbac14e550" providerId="AD" clId="Web-{B7959833-4847-058A-A63E-A2AB7C3C0818}" dt="2026-09-01T15:48:03.569" v="19"/>
      <pc:docMkLst>
        <pc:docMk/>
      </pc:docMkLst>
      <pc:sldChg chg="addSp delSp modSp addAnim">
        <pc:chgData name="Lucas Whitaker" userId="S::lwhitaker@rbbn.com::d6eeba3a-74fa-4531-b252-6bdbac14e550" providerId="AD" clId="Web-{B7959833-4847-058A-A63E-A2AB7C3C0818}" dt="2026-09-01T15:48:03.569" v="19"/>
        <pc:sldMkLst>
          <pc:docMk/>
          <pc:sldMk cId="0" sldId="256"/>
        </pc:sldMkLst>
        <pc:spChg chg="del mod">
          <ac:chgData name="Lucas Whitaker" userId="S::lwhitaker@rbbn.com::d6eeba3a-74fa-4531-b252-6bdbac14e550" providerId="AD" clId="Web-{B7959833-4847-058A-A63E-A2AB7C3C0818}" dt="2026-09-01T15:47:50.491" v="15"/>
          <ac:spMkLst>
            <pc:docMk/>
            <pc:sldMk cId="0" sldId="256"/>
            <ac:spMk id="9" creationId="{00000000-0000-0000-0000-000000000000}"/>
          </ac:spMkLst>
        </pc:spChg>
        <pc:spChg chg="del">
          <ac:chgData name="Lucas Whitaker" userId="S::lwhitaker@rbbn.com::d6eeba3a-74fa-4531-b252-6bdbac14e550" providerId="AD" clId="Web-{B7959833-4847-058A-A63E-A2AB7C3C0818}" dt="2026-09-01T15:47:50.491" v="14"/>
          <ac:spMkLst>
            <pc:docMk/>
            <pc:sldMk cId="0" sldId="256"/>
            <ac:spMk id="10" creationId="{00000000-0000-0000-0000-000000000000}"/>
          </ac:spMkLst>
        </pc:spChg>
        <pc:spChg chg="del">
          <ac:chgData name="Lucas Whitaker" userId="S::lwhitaker@rbbn.com::d6eeba3a-74fa-4531-b252-6bdbac14e550" providerId="AD" clId="Web-{B7959833-4847-058A-A63E-A2AB7C3C0818}" dt="2026-09-01T15:47:50.491" v="13"/>
          <ac:spMkLst>
            <pc:docMk/>
            <pc:sldMk cId="0" sldId="256"/>
            <ac:spMk id="11" creationId="{00000000-0000-0000-0000-000000000000}"/>
          </ac:spMkLst>
        </pc:spChg>
        <pc:spChg chg="del">
          <ac:chgData name="Lucas Whitaker" userId="S::lwhitaker@rbbn.com::d6eeba3a-74fa-4531-b252-6bdbac14e550" providerId="AD" clId="Web-{B7959833-4847-058A-A63E-A2AB7C3C0818}" dt="2026-09-01T15:47:50.491" v="12"/>
          <ac:spMkLst>
            <pc:docMk/>
            <pc:sldMk cId="0" sldId="256"/>
            <ac:spMk id="12" creationId="{00000000-0000-0000-0000-000000000000}"/>
          </ac:spMkLst>
        </pc:spChg>
        <pc:spChg chg="del">
          <ac:chgData name="Lucas Whitaker" userId="S::lwhitaker@rbbn.com::d6eeba3a-74fa-4531-b252-6bdbac14e550" providerId="AD" clId="Web-{B7959833-4847-058A-A63E-A2AB7C3C0818}" dt="2026-09-01T15:47:50.491" v="11"/>
          <ac:spMkLst>
            <pc:docMk/>
            <pc:sldMk cId="0" sldId="256"/>
            <ac:spMk id="13" creationId="{00000000-0000-0000-0000-000000000000}"/>
          </ac:spMkLst>
        </pc:spChg>
        <pc:spChg chg="del">
          <ac:chgData name="Lucas Whitaker" userId="S::lwhitaker@rbbn.com::d6eeba3a-74fa-4531-b252-6bdbac14e550" providerId="AD" clId="Web-{B7959833-4847-058A-A63E-A2AB7C3C0818}" dt="2026-09-01T15:47:50.491" v="1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Lucas Whitaker" userId="S::lwhitaker@rbbn.com::d6eeba3a-74fa-4531-b252-6bdbac14e550" providerId="AD" clId="Web-{B7959833-4847-058A-A63E-A2AB7C3C0818}" dt="2026-09-01T15:41:37.299" v="5" actId="1076"/>
          <ac:spMkLst>
            <pc:docMk/>
            <pc:sldMk cId="0" sldId="256"/>
            <ac:spMk id="15" creationId="{00000000-0000-0000-0000-000000000000}"/>
          </ac:spMkLst>
        </pc:spChg>
        <pc:picChg chg="add mod">
          <ac:chgData name="Lucas Whitaker" userId="S::lwhitaker@rbbn.com::d6eeba3a-74fa-4531-b252-6bdbac14e550" providerId="AD" clId="Web-{B7959833-4847-058A-A63E-A2AB7C3C0818}" dt="2026-09-01T15:47:58.006" v="18" actId="1076"/>
          <ac:picMkLst>
            <pc:docMk/>
            <pc:sldMk cId="0" sldId="256"/>
            <ac:picMk id="16" creationId="{601D3118-5E09-3309-0A03-F491B593370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GitPet and frame the three pain points: fragmented context, excessive AI agency, and inaccessible Git and pipeline telemetry.
[Sources]
User-provided FEATURES.md, PRESENTATION_SLIDES.md, and SLIDE_NOTES.md.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that Byte is a real-time visualization of repository posture, not decorative branding.
[Sources]
User-provided FEATURES.md, PRESENTATION_SLIDES.md, and SLIDE_NOTES.md.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 Behind Main, ask for a status report, then point to evidence, confidence, risk, and the reversal command.
[Sources]
User-provided FEATURES.md, PRESENTATION_SLIDES.md, and SLIDE_NOTES.md.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9AE0E-D0CE-25AF-4EC9-04AB1443B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1AFA56-1B77-58DA-EF76-60508405F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EEEEC-336A-1144-24F6-0588A2A01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Preview Changes. Mention blast radius, affected files, explicit confirmation, and deterministic reversal.
[Sources]
User-provided FEATURES.md, PRESENTATION_SLIDES.md, and SLIDE_NOTES.md.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3F08D-4C43-ED65-4CF6-6FD2B5453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34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E9903-0826-2E48-AAF6-1370B443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13D8A-1EC6-8918-935B-FE25A807E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BC0BA-8078-2BC8-8072-FEF0363A8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Preview Changes. Mention blast radius, affected files, explicit confirmation, and deterministic reversal.
[Sources]
User-provided FEATURES.md, PRESENTATION_SLIDES.md, and SLIDE_NOTES.md.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BED97-7439-8E36-69DD-82048F576C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172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Navigate the DAG, inspect a commit, then show diffs, staging controls, stashes, and rollback history.
[Sources]
User-provided FEATURES.md, PRESENTATION_SLIDES.md, and SLIDE_NOTES.md.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the build-failure scenario. Show the failed stage, terminal logs, flaky test diagnostics, and CVE remediation.
[Sources]
User-provided FEATURES.md, PRESENTATION_SLIDES.md, and SLIDE_NOTES.md.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PR #214, review metrics, the file-linked comment, and the one-click AI resolution response.
[Sources]
User-provided FEATURES.md, PRESENTATION_SLIDES.md, and SLIDE_NOTES.md.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the five weighted release pillars, active blockers, exports, then the seven risk factors and Remediate with Byte.
[Sources]
User-provided FEATURES.md, PRESENTATION_SLIDES.md, and SLIDE_NOTES.md.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C323E-632B-5B74-0398-AC7CAC921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A198C-F5B9-D210-805B-2AD049BC0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A3DF6-F13D-E403-7A07-BD239D3A3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the five weighted release pillars, active blockers, exports, then the seven risk factors and Remediate with Byte.
[Sources]
User-provided FEATURES.md, PRESENTATION_SLIDES.md, and SLIDE_NOTES.md.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B5940-6221-6235-E9C1-63FE596679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746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Emphasize that the gateway prevents AI output from becoming a direct shell command and manages secrets, validation, audit, and execution.
[Sources]
User-provided FEATURES.md, PRESENTATION_SLIDES.md, and SLIDE_NOTES.md.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with the core message: GitPet keeps the developer in control. Mention AI-use transparency and invite the judges to try the live application.
[Sources]
User-provided FEATURES.md, PRESENTATION_SLIDES.md, and SLIDE_NOTES.md.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4748B"/>
                </a:solidFill>
              </a:rPr>
              <a:t>GITPET  |  RIBBON PATROL</a:t>
            </a:r>
            <a:endParaRPr lang="en-US" sz="7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21792" y="932688"/>
            <a:ext cx="53035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>
                <a:solidFill>
                  <a:srgbClr val="F8FAFC"/>
                </a:solidFill>
              </a:rPr>
              <a:t>GitPet</a:t>
            </a:r>
            <a:endParaRPr lang="en-US" sz="420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59436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900">
                <a:solidFill>
                  <a:srgbClr val="94A3B8"/>
                </a:solidFill>
              </a:rPr>
              <a:t>Ambient DevSecOps Repository Companion</a:t>
            </a:r>
            <a:endParaRPr lang="en-US" sz="190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783080" cy="256032"/>
          </a:xfrm>
          <a:prstGeom prst="roundRect">
            <a:avLst>
              <a:gd name="adj" fmla="val 21429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391156"/>
            <a:ext cx="16916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22D3EE"/>
                </a:solidFill>
              </a:rPr>
              <a:t>DEVOPS FOR GENAI 2026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2560320" y="2331720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06040" y="2391156"/>
            <a:ext cx="8686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8B5CF6"/>
                </a:solidFill>
              </a:rPr>
              <a:t>TEAM 05</a:t>
            </a:r>
            <a:endParaRPr lang="en-US" sz="800"/>
          </a:p>
        </p:txBody>
      </p:sp>
      <p:sp>
        <p:nvSpPr>
          <p:cNvPr id="8" name="Text 6"/>
          <p:cNvSpPr/>
          <p:nvPr/>
        </p:nvSpPr>
        <p:spPr>
          <a:xfrm>
            <a:off x="640080" y="2944368"/>
            <a:ext cx="60350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>
                <a:solidFill>
                  <a:srgbClr val="F8FAFC"/>
                </a:solidFill>
              </a:rPr>
              <a:t>See risk. Understand evidence.</a:t>
            </a:r>
            <a:endParaRPr lang="en-US" sz="2700"/>
          </a:p>
          <a:p>
            <a:pPr marL="0" indent="0" algn="l">
              <a:buNone/>
            </a:pPr>
            <a:r>
              <a:rPr lang="en-US" sz="2700" b="1">
                <a:solidFill>
                  <a:srgbClr val="F8FAFC"/>
                </a:solidFill>
              </a:rPr>
              <a:t>Resolve safely.</a:t>
            </a:r>
            <a:endParaRPr lang="en-US" sz="2700"/>
          </a:p>
        </p:txBody>
      </p:sp>
      <p:sp>
        <p:nvSpPr>
          <p:cNvPr id="15" name="Text 13"/>
          <p:cNvSpPr/>
          <p:nvPr/>
        </p:nvSpPr>
        <p:spPr>
          <a:xfrm>
            <a:off x="625583" y="4038228"/>
            <a:ext cx="31089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</a:rPr>
              <a:t>Aliasgar Husain • Lucas Whitaker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</a:rPr>
              <a:t>David Castelli • Faris Nour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01D3118-5E09-3309-0A03-F491B5933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842" y="1783846"/>
            <a:ext cx="3372316" cy="3420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>
                <a:solidFill>
                  <a:srgbClr val="22D3EE"/>
                </a:solidFill>
              </a:rPr>
              <a:t>SOLUTION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530352" y="63093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8FAFC"/>
                </a:solidFill>
              </a:rPr>
              <a:t>Notice • Understand • Resolve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609600" y="11247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</a:rPr>
              <a:t>Byte turns repository telemetry into an actionable DevSecOps loop.</a:t>
            </a:r>
            <a:endParaRPr lang="en-US" sz="1150"/>
          </a:p>
        </p:txBody>
      </p:sp>
      <p:sp>
        <p:nvSpPr>
          <p:cNvPr id="5" name="Shape 3"/>
          <p:cNvSpPr/>
          <p:nvPr/>
        </p:nvSpPr>
        <p:spPr>
          <a:xfrm>
            <a:off x="484632" y="2336800"/>
            <a:ext cx="2915016" cy="2616200"/>
          </a:xfrm>
          <a:prstGeom prst="roundRect">
            <a:avLst>
              <a:gd name="adj" fmla="val 2553"/>
            </a:avLst>
          </a:prstGeom>
          <a:solidFill>
            <a:srgbClr val="121A2D"/>
          </a:solidFill>
          <a:ln w="12700">
            <a:solidFill>
              <a:srgbClr val="22D3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0372" y="2463491"/>
            <a:ext cx="369509" cy="7263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22D3EE"/>
                </a:solidFill>
              </a:rPr>
              <a:t>1</a:t>
            </a:r>
            <a:endParaRPr lang="en-US" sz="2100"/>
          </a:p>
        </p:txBody>
      </p:sp>
      <p:sp>
        <p:nvSpPr>
          <p:cNvPr id="7" name="Text 5"/>
          <p:cNvSpPr/>
          <p:nvPr/>
        </p:nvSpPr>
        <p:spPr>
          <a:xfrm>
            <a:off x="1101852" y="2508887"/>
            <a:ext cx="1888602" cy="6355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F8FAFC"/>
                </a:solidFill>
              </a:rPr>
              <a:t>NOTICE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702168" y="3118518"/>
            <a:ext cx="2422337" cy="1611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lvl="0"/>
            <a:r>
              <a:rPr lang="en-US" sz="1500">
                <a:solidFill>
                  <a:schemeClr val="bg1">
                    <a:lumMod val="75000"/>
                  </a:schemeClr>
                </a:solidFill>
              </a:rPr>
              <a:t>Byte's posture, mood aura, and chiptune audio cues reflect repository health at a glance</a:t>
            </a:r>
          </a:p>
          <a:p>
            <a:pPr lvl="0"/>
            <a:endParaRPr lang="en-US" sz="1500">
              <a:solidFill>
                <a:schemeClr val="bg1">
                  <a:lumMod val="75000"/>
                </a:schemeClr>
              </a:solidFill>
            </a:endParaRPr>
          </a:p>
          <a:p>
            <a:pPr lvl="0"/>
            <a:r>
              <a:rPr lang="en-US" sz="1500">
                <a:solidFill>
                  <a:schemeClr val="bg1">
                    <a:lumMod val="75000"/>
                  </a:schemeClr>
                </a:solidFill>
              </a:rPr>
              <a:t>8 expressive symptom map 1:1 to Git status, CI/CD pipeline states, PR bottlenecks, and cloud infrastructure alerts.</a:t>
            </a:r>
          </a:p>
        </p:txBody>
      </p:sp>
      <p:sp>
        <p:nvSpPr>
          <p:cNvPr id="9" name="Shape 7"/>
          <p:cNvSpPr/>
          <p:nvPr/>
        </p:nvSpPr>
        <p:spPr>
          <a:xfrm>
            <a:off x="4264660" y="1828800"/>
            <a:ext cx="3246120" cy="3744640"/>
          </a:xfrm>
          <a:prstGeom prst="roundRect">
            <a:avLst>
              <a:gd name="adj" fmla="val 2553"/>
            </a:avLst>
          </a:prstGeom>
          <a:solidFill>
            <a:srgbClr val="121A2D"/>
          </a:solidFill>
          <a:ln w="12700">
            <a:solidFill>
              <a:srgbClr val="8B5CF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0692" y="1969424"/>
            <a:ext cx="411480" cy="7263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8B5CF6"/>
                </a:solidFill>
              </a:rPr>
              <a:t>2</a:t>
            </a:r>
            <a:endParaRPr lang="en-US" sz="2100"/>
          </a:p>
        </p:txBody>
      </p:sp>
      <p:sp>
        <p:nvSpPr>
          <p:cNvPr id="11" name="Text 9"/>
          <p:cNvSpPr/>
          <p:nvPr/>
        </p:nvSpPr>
        <p:spPr>
          <a:xfrm>
            <a:off x="4812904" y="2014820"/>
            <a:ext cx="2103120" cy="6355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F8FAFC"/>
                </a:solidFill>
              </a:rPr>
              <a:t>UNDERSTAND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4515724" y="2610518"/>
            <a:ext cx="2697480" cy="29761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lvl="0"/>
            <a:r>
              <a:rPr lang="en-US" sz="1600">
                <a:solidFill>
                  <a:schemeClr val="bg1">
                    <a:lumMod val="75000"/>
                  </a:schemeClr>
                </a:solidFill>
              </a:rPr>
              <a:t>Multimodal Gemini reasoning explains issues in plain language.</a:t>
            </a:r>
          </a:p>
          <a:p>
            <a:pPr lvl="0"/>
            <a:endParaRPr lang="en-US" sz="1600">
              <a:solidFill>
                <a:schemeClr val="bg1">
                  <a:lumMod val="75000"/>
                </a:schemeClr>
              </a:solidFill>
            </a:endParaRPr>
          </a:p>
          <a:p>
            <a:pPr lvl="0"/>
            <a:r>
              <a:rPr lang="en-US" sz="1600">
                <a:solidFill>
                  <a:schemeClr val="bg1">
                    <a:lumMod val="75000"/>
                  </a:schemeClr>
                </a:solidFill>
              </a:rPr>
              <a:t>Surfaces concrete evidence signals (branch divergence, dirty files, conflict markers, CVE IDs).</a:t>
            </a:r>
          </a:p>
          <a:p>
            <a:pPr lvl="0"/>
            <a:endParaRPr lang="en-US" sz="1600">
              <a:solidFill>
                <a:schemeClr val="bg1">
                  <a:lumMod val="75000"/>
                </a:schemeClr>
              </a:solidFill>
            </a:endParaRPr>
          </a:p>
          <a:p>
            <a:pPr lvl="0"/>
            <a:r>
              <a:rPr lang="en-US" sz="1600">
                <a:solidFill>
                  <a:schemeClr val="bg1">
                    <a:lumMod val="75000"/>
                  </a:schemeClr>
                </a:solidFill>
              </a:rPr>
              <a:t>Delivers explicit confidence ratings (%), 4-tier risk badges, and deterministic reversal steps.</a:t>
            </a:r>
          </a:p>
          <a:p>
            <a:br>
              <a:rPr lang="en-US"/>
            </a:b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8302752" y="1842052"/>
            <a:ext cx="3246120" cy="3744640"/>
          </a:xfrm>
          <a:prstGeom prst="roundRect">
            <a:avLst>
              <a:gd name="adj" fmla="val 2553"/>
            </a:avLst>
          </a:prstGeom>
          <a:solidFill>
            <a:srgbClr val="121A2D"/>
          </a:solidFill>
          <a:ln w="12700">
            <a:solidFill>
              <a:srgbClr val="34D399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31352" y="1957345"/>
            <a:ext cx="411480" cy="7263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34D399"/>
                </a:solidFill>
              </a:rPr>
              <a:t>3</a:t>
            </a:r>
            <a:endParaRPr lang="en-US" sz="2100"/>
          </a:p>
        </p:txBody>
      </p:sp>
      <p:sp>
        <p:nvSpPr>
          <p:cNvPr id="15" name="Text 13"/>
          <p:cNvSpPr/>
          <p:nvPr/>
        </p:nvSpPr>
        <p:spPr>
          <a:xfrm>
            <a:off x="9034272" y="2010354"/>
            <a:ext cx="2103120" cy="6355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F8FAFC"/>
                </a:solidFill>
              </a:rPr>
              <a:t>RESOLVE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8531352" y="2681823"/>
            <a:ext cx="2697480" cy="255210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lvl="0"/>
            <a:r>
              <a:rPr lang="en-US" sz="1500">
                <a:solidFill>
                  <a:schemeClr val="bg1">
                    <a:lumMod val="75000"/>
                  </a:schemeClr>
                </a:solidFill>
              </a:rPr>
              <a:t>Bounded, reversible Git actions with mandatory human-in-the-loop preview.</a:t>
            </a:r>
          </a:p>
          <a:p>
            <a:pPr lvl="0"/>
            <a:endParaRPr lang="en-US" sz="1500">
              <a:solidFill>
                <a:schemeClr val="bg1">
                  <a:lumMod val="75000"/>
                </a:schemeClr>
              </a:solidFill>
            </a:endParaRPr>
          </a:p>
          <a:p>
            <a:pPr lvl="0"/>
            <a:r>
              <a:rPr lang="en-US" sz="1500">
                <a:solidFill>
                  <a:schemeClr val="bg1">
                    <a:lumMod val="75000"/>
                  </a:schemeClr>
                </a:solidFill>
              </a:rPr>
              <a:t>Zero blind execution: modal diff preview reveals blast radius, affected files, and exact </a:t>
            </a:r>
            <a:r>
              <a:rPr lang="en-US" sz="1500" err="1">
                <a:solidFill>
                  <a:schemeClr val="bg1">
                    <a:lumMod val="75000"/>
                  </a:schemeClr>
                </a:solidFill>
              </a:rPr>
              <a:t>argv</a:t>
            </a:r>
            <a:r>
              <a:rPr lang="en-US" sz="1500">
                <a:solidFill>
                  <a:schemeClr val="bg1">
                    <a:lumMod val="75000"/>
                  </a:schemeClr>
                </a:solidFill>
              </a:rPr>
              <a:t> parameters.</a:t>
            </a:r>
          </a:p>
          <a:p>
            <a:pPr lvl="0"/>
            <a:endParaRPr lang="en-US" sz="1500">
              <a:solidFill>
                <a:schemeClr val="bg1">
                  <a:lumMod val="75000"/>
                </a:schemeClr>
              </a:solidFill>
            </a:endParaRPr>
          </a:p>
          <a:p>
            <a:pPr lvl="0"/>
            <a:r>
              <a:rPr lang="en-US" sz="1500">
                <a:solidFill>
                  <a:schemeClr val="bg1">
                    <a:lumMod val="75000"/>
                  </a:schemeClr>
                </a:solidFill>
              </a:rPr>
              <a:t>One-click rollback restores working tree state safely using pre-computed undo commands.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95E14318-1ABA-2516-1D20-DCCCCDA55A7B}"/>
              </a:ext>
            </a:extLst>
          </p:cNvPr>
          <p:cNvSpPr/>
          <p:nvPr/>
        </p:nvSpPr>
        <p:spPr>
          <a:xfrm>
            <a:off x="3424128" y="3429000"/>
            <a:ext cx="816051" cy="517586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1B987862-B38F-AE08-12EF-FC12E4DFD4D4}"/>
              </a:ext>
            </a:extLst>
          </p:cNvPr>
          <p:cNvSpPr/>
          <p:nvPr/>
        </p:nvSpPr>
        <p:spPr>
          <a:xfrm>
            <a:off x="7536839" y="3455579"/>
            <a:ext cx="732530" cy="517586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>
                <a:solidFill>
                  <a:srgbClr val="22D3EE"/>
                </a:solidFill>
              </a:rPr>
              <a:t>AI ASSISTANCE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530352" y="630936"/>
            <a:ext cx="56377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8FAFC"/>
                </a:solidFill>
              </a:rPr>
              <a:t>Talk to Byte: multi-persona guidance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530352" y="11755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</a:rPr>
              <a:t>Four roles, three model tiers, and structured responses tied to repository evidence.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530352" y="1675428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121A2D"/>
          </a:solidFill>
          <a:ln w="12700">
            <a:solidFill>
              <a:srgbClr val="29365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6384" y="1949748"/>
            <a:ext cx="18288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b="1">
                <a:solidFill>
                  <a:srgbClr val="22D3EE"/>
                </a:solidFill>
              </a:rPr>
              <a:t>MODEL TIERS</a:t>
            </a:r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6384" y="2333796"/>
            <a:ext cx="46634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F8FAFC"/>
                </a:solidFill>
              </a:rPr>
              <a:t>• Fast: instant status checks</a:t>
            </a:r>
            <a:endParaRPr lang="en-US" sz="1500"/>
          </a:p>
          <a:p>
            <a:pPr marL="0" indent="0" algn="l">
              <a:buNone/>
            </a:pPr>
            <a:r>
              <a:rPr lang="en-US" sz="1500">
                <a:solidFill>
                  <a:srgbClr val="F8FAFC"/>
                </a:solidFill>
              </a:rPr>
              <a:t>• General: chat and repository analysis</a:t>
            </a:r>
            <a:endParaRPr lang="en-US" sz="1500"/>
          </a:p>
          <a:p>
            <a:pPr marL="0" indent="0" algn="l">
              <a:buNone/>
            </a:pPr>
            <a:r>
              <a:rPr lang="en-US" sz="1500">
                <a:solidFill>
                  <a:srgbClr val="F8FAFC"/>
                </a:solidFill>
              </a:rPr>
              <a:t>• Deep: multi-branch conflicts and architecture</a:t>
            </a:r>
            <a:endParaRPr lang="en-US" sz="1500"/>
          </a:p>
        </p:txBody>
      </p:sp>
      <p:sp>
        <p:nvSpPr>
          <p:cNvPr id="20" name="Shape 18"/>
          <p:cNvSpPr/>
          <p:nvPr/>
        </p:nvSpPr>
        <p:spPr>
          <a:xfrm>
            <a:off x="530352" y="3869988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121A2D"/>
          </a:solidFill>
          <a:ln w="12700">
            <a:solidFill>
              <a:srgbClr val="29365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6383" y="3982133"/>
            <a:ext cx="3553387" cy="54380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b="1">
                <a:solidFill>
                  <a:srgbClr val="8B5CF6"/>
                </a:solidFill>
              </a:rPr>
              <a:t>EVERY RESPONSE INCLUDES</a:t>
            </a:r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6384" y="4528356"/>
            <a:ext cx="46634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F8FAFC"/>
                </a:solidFill>
              </a:rPr>
              <a:t>• Evidence signals and confidence</a:t>
            </a:r>
            <a:endParaRPr lang="en-US" sz="1500"/>
          </a:p>
          <a:p>
            <a:pPr marL="0" indent="0" algn="l">
              <a:buNone/>
            </a:pPr>
            <a:r>
              <a:rPr lang="en-US" sz="1500">
                <a:solidFill>
                  <a:srgbClr val="F8FAFC"/>
                </a:solidFill>
              </a:rPr>
              <a:t>• Risk badge and expected impact</a:t>
            </a:r>
            <a:endParaRPr lang="en-US" sz="1500"/>
          </a:p>
          <a:p>
            <a:pPr marL="0" indent="0" algn="l">
              <a:buNone/>
            </a:pPr>
            <a:r>
              <a:rPr lang="en-US" sz="1500">
                <a:solidFill>
                  <a:srgbClr val="F8FAFC"/>
                </a:solidFill>
              </a:rPr>
              <a:t>• Safe action, reversal, preview and approval</a:t>
            </a:r>
            <a:endParaRPr lang="en-US" sz="15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7CABE5F-D7DD-3DAB-16C6-D22170CA7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169" y="220555"/>
            <a:ext cx="5051551" cy="64873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6B82F-C9B0-39C1-7B5E-85E56CFB8121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261439B-1E2B-914D-10A4-845E6C11F97E}"/>
              </a:ext>
            </a:extLst>
          </p:cNvPr>
          <p:cNvSpPr/>
          <p:nvPr/>
        </p:nvSpPr>
        <p:spPr>
          <a:xfrm>
            <a:off x="530352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>
                <a:solidFill>
                  <a:srgbClr val="22D3EE"/>
                </a:solidFill>
              </a:rPr>
              <a:t>SAFETY</a:t>
            </a:r>
            <a:endParaRPr lang="en-US"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80D6AF-1631-4ED2-1DF1-775D1CBB58FD}"/>
              </a:ext>
            </a:extLst>
          </p:cNvPr>
          <p:cNvSpPr/>
          <p:nvPr/>
        </p:nvSpPr>
        <p:spPr>
          <a:xfrm>
            <a:off x="530352" y="63093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8FAFC"/>
                </a:solidFill>
              </a:rPr>
              <a:t>Bounded agency: the code-level guarantee</a:t>
            </a:r>
            <a:endParaRPr lang="en-US" sz="25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011A4B-FCBA-DDAC-BA9E-909142378C7B}"/>
              </a:ext>
            </a:extLst>
          </p:cNvPr>
          <p:cNvSpPr/>
          <p:nvPr/>
        </p:nvSpPr>
        <p:spPr>
          <a:xfrm>
            <a:off x="530352" y="11247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</a:rPr>
              <a:t>The model can suggest. The safety engine decides what is allowed.</a:t>
            </a:r>
            <a:endParaRPr lang="en-US" sz="11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44366F7-F5C6-74F5-9F47-8114D3E84328}"/>
              </a:ext>
            </a:extLst>
          </p:cNvPr>
          <p:cNvSpPr/>
          <p:nvPr/>
        </p:nvSpPr>
        <p:spPr>
          <a:xfrm>
            <a:off x="637046" y="1696969"/>
            <a:ext cx="10866106" cy="4678431"/>
          </a:xfrm>
          <a:prstGeom prst="roundRect">
            <a:avLst>
              <a:gd name="adj" fmla="val 1905"/>
            </a:avLst>
          </a:prstGeom>
          <a:solidFill>
            <a:srgbClr val="121A2D"/>
          </a:solidFill>
          <a:ln w="12700">
            <a:solidFill>
              <a:srgbClr val="8B5CF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4669A6B-AFCA-A7AD-1ED1-B38105601A4F}"/>
              </a:ext>
            </a:extLst>
          </p:cNvPr>
          <p:cNvSpPr/>
          <p:nvPr/>
        </p:nvSpPr>
        <p:spPr>
          <a:xfrm>
            <a:off x="964699" y="1807293"/>
            <a:ext cx="2350008" cy="393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8B5CF6"/>
                </a:solidFill>
              </a:rPr>
              <a:t>LAYER 1  STATIC RULES</a:t>
            </a:r>
            <a:endParaRPr lang="en-US" sz="16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13CCC5C-205F-12E7-C7D6-952CA464DA6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4793F57-84E1-AB48-60E5-9EBE6FA41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08260"/>
              </p:ext>
            </p:extLst>
          </p:nvPr>
        </p:nvGraphicFramePr>
        <p:xfrm>
          <a:off x="964699" y="2263980"/>
          <a:ext cx="10210800" cy="3921598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561698892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772301929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731437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004919256"/>
                    </a:ext>
                  </a:extLst>
                </a:gridCol>
              </a:tblGrid>
              <a:tr h="343743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Threat Code</a:t>
                      </a:r>
                      <a:endParaRPr lang="en-US" sz="1200" b="1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Blocked Pattern</a:t>
                      </a:r>
                      <a:endParaRPr lang="en-US" sz="1200" b="1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Code-Level Defense</a:t>
                      </a:r>
                      <a:endParaRPr lang="en-US" sz="1200" b="1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Safe Alternative</a:t>
                      </a:r>
                      <a:endParaRPr lang="en-US" sz="1200" b="1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649227"/>
                  </a:ext>
                </a:extLst>
              </a:tr>
              <a:tr h="343743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force-push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git push --force, -f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Hard-rejected by regex tokenizer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git push --force-with-lease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181592367"/>
                  </a:ext>
                </a:extLst>
              </a:tr>
              <a:tr h="555277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hard-reset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git </a:t>
                      </a:r>
                      <a:r>
                        <a:rPr lang="en-US" sz="12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reset</a:t>
                      </a:r>
                      <a:r>
                        <a:rPr lang="en-US" sz="1200">
                          <a:effectLst/>
                        </a:rPr>
                        <a:t> --hard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Destructive working tree wipe blocked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git reset --keep / git stash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3196981"/>
                  </a:ext>
                </a:extLst>
              </a:tr>
              <a:tr h="343743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clean-wipe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git clean -</a:t>
                      </a:r>
                      <a:r>
                        <a:rPr lang="en-US" sz="1200" err="1">
                          <a:effectLst/>
                        </a:rPr>
                        <a:t>fdx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Permanent file deletion blocked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Stash or manual file review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27667697"/>
                  </a:ext>
                </a:extLst>
              </a:tr>
              <a:tr h="343743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force-branch-delete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git branch -D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Unmerged branch deletion blocked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git branch -d (safe check)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203211717"/>
                  </a:ext>
                </a:extLst>
              </a:tr>
              <a:tr h="343743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stash-destroy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git stash drop, clear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History destruction blocked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Explicit stash pop/apply only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696269901"/>
                  </a:ext>
                </a:extLst>
              </a:tr>
              <a:tr h="343743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remote-ref-delete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git push origin --delete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Remote branch deletion blocked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Handled via PR web interface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63817663"/>
                  </a:ext>
                </a:extLst>
              </a:tr>
              <a:tr h="343743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history-rewrite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filter-branch, filter-repo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Repository history mutation blocked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Protected Git operations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840148703"/>
                  </a:ext>
                </a:extLst>
              </a:tr>
              <a:tr h="343743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shell-injection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;, |, &amp;, &gt;, &lt;, $(), `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Metacharacters stripped/rejected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Argv array tokenization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791470037"/>
                  </a:ext>
                </a:extLst>
              </a:tr>
              <a:tr h="343743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non-git-binary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sudo, rm, curl, sh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Binary whitelist (git only)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Rejected at gateway router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65659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336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5FC24-DFDD-6A8C-6D96-38046304BBAF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83AC45-D39F-2045-A8A4-84ED00D14035}"/>
              </a:ext>
            </a:extLst>
          </p:cNvPr>
          <p:cNvSpPr/>
          <p:nvPr/>
        </p:nvSpPr>
        <p:spPr>
          <a:xfrm>
            <a:off x="530352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>
                <a:solidFill>
                  <a:srgbClr val="22D3EE"/>
                </a:solidFill>
              </a:rPr>
              <a:t>SAFETY</a:t>
            </a:r>
            <a:endParaRPr lang="en-US"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AE8B68-9589-1253-F541-19C358EA22DF}"/>
              </a:ext>
            </a:extLst>
          </p:cNvPr>
          <p:cNvSpPr/>
          <p:nvPr/>
        </p:nvSpPr>
        <p:spPr>
          <a:xfrm>
            <a:off x="530352" y="63093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8FAFC"/>
                </a:solidFill>
              </a:rPr>
              <a:t>Bounded agency: the code-level guarantee</a:t>
            </a:r>
            <a:endParaRPr lang="en-US" sz="25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30A5FE-942B-E05E-7D24-5B96935F106A}"/>
              </a:ext>
            </a:extLst>
          </p:cNvPr>
          <p:cNvSpPr/>
          <p:nvPr/>
        </p:nvSpPr>
        <p:spPr>
          <a:xfrm>
            <a:off x="530352" y="11247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</a:rPr>
              <a:t>The model can suggest. The safety engine decides what is allowed.</a:t>
            </a:r>
            <a:endParaRPr lang="en-US" sz="11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A14CF42-1750-0FD1-CE22-5B4D6CE29730}"/>
              </a:ext>
            </a:extLst>
          </p:cNvPr>
          <p:cNvSpPr/>
          <p:nvPr/>
        </p:nvSpPr>
        <p:spPr>
          <a:xfrm>
            <a:off x="637046" y="1696969"/>
            <a:ext cx="10866106" cy="4678431"/>
          </a:xfrm>
          <a:prstGeom prst="roundRect">
            <a:avLst>
              <a:gd name="adj" fmla="val 1905"/>
            </a:avLst>
          </a:prstGeom>
          <a:solidFill>
            <a:srgbClr val="121A2D"/>
          </a:solidFill>
          <a:ln w="12700">
            <a:solidFill>
              <a:srgbClr val="00B0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0E62269-A7B7-EF98-8ECB-FBC4DF87823C}"/>
              </a:ext>
            </a:extLst>
          </p:cNvPr>
          <p:cNvSpPr/>
          <p:nvPr/>
        </p:nvSpPr>
        <p:spPr>
          <a:xfrm>
            <a:off x="964698" y="1807293"/>
            <a:ext cx="5131301" cy="393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b="1">
                <a:solidFill>
                  <a:srgbClr val="22D3EE"/>
                </a:solidFill>
              </a:rPr>
              <a:t>LAYER 2  CONTEXTUAL LINTS</a:t>
            </a:r>
            <a:endParaRPr lang="en-US" sz="16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E3B06DC-D5F7-A351-A24A-B4E205BA632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BBCFCD-231A-EFB1-8E70-D881A5118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273228"/>
              </p:ext>
            </p:extLst>
          </p:nvPr>
        </p:nvGraphicFramePr>
        <p:xfrm>
          <a:off x="985012" y="2311317"/>
          <a:ext cx="9880600" cy="365822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470150">
                  <a:extLst>
                    <a:ext uri="{9D8B030D-6E8A-4147-A177-3AD203B41FA5}">
                      <a16:colId xmlns:a16="http://schemas.microsoft.com/office/drawing/2014/main" val="1514935769"/>
                    </a:ext>
                  </a:extLst>
                </a:gridCol>
                <a:gridCol w="2470150">
                  <a:extLst>
                    <a:ext uri="{9D8B030D-6E8A-4147-A177-3AD203B41FA5}">
                      <a16:colId xmlns:a16="http://schemas.microsoft.com/office/drawing/2014/main" val="1250510995"/>
                    </a:ext>
                  </a:extLst>
                </a:gridCol>
                <a:gridCol w="2470150">
                  <a:extLst>
                    <a:ext uri="{9D8B030D-6E8A-4147-A177-3AD203B41FA5}">
                      <a16:colId xmlns:a16="http://schemas.microsoft.com/office/drawing/2014/main" val="4076521517"/>
                    </a:ext>
                  </a:extLst>
                </a:gridCol>
                <a:gridCol w="2470150">
                  <a:extLst>
                    <a:ext uri="{9D8B030D-6E8A-4147-A177-3AD203B41FA5}">
                      <a16:colId xmlns:a16="http://schemas.microsoft.com/office/drawing/2014/main" val="1636440310"/>
                    </a:ext>
                  </a:extLst>
                </a:gridCol>
              </a:tblGrid>
              <a:tr h="342136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Lint Identifier</a:t>
                      </a:r>
                      <a:endParaRPr lang="en-US" sz="1200" b="1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Repository Context Detected</a:t>
                      </a:r>
                      <a:endParaRPr lang="en-US" sz="1200" b="1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Prevented Failure</a:t>
                      </a:r>
                      <a:endParaRPr lang="en-US" sz="1200" b="1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Safe Recommendation</a:t>
                      </a:r>
                      <a:endParaRPr lang="en-US" sz="1200" b="1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371499"/>
                  </a:ext>
                </a:extLst>
              </a:tr>
              <a:tr h="552681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stash-misses-untracked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Working tree contains untracked files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Untracked files left behind on stash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Suggests git stash push -u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674880798"/>
                  </a:ext>
                </a:extLst>
              </a:tr>
              <a:tr h="552681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push-while-behind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Branch is behind remote (behind &gt;= 1)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Remote rejects non-fast-forward push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Suggests git pull --rebase first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876676160"/>
                  </a:ext>
                </a:extLst>
              </a:tr>
              <a:tr h="552681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diverged-pull-needs-rebase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Local and remote branches diverged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Unintended merge commit pollution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Suggests git pull --rebase origin main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656939187"/>
                  </a:ext>
                </a:extLst>
              </a:tr>
              <a:tr h="552681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operation-in-progress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Active rebase/merge lock files present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Corrupted intermediate Git state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Limits commands to --continue, --skip, --abort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168194415"/>
                  </a:ext>
                </a:extLst>
              </a:tr>
              <a:tr h="552681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stash-pop-empty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Stash stack length == 0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Confusing "No stash entries found" error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Blocks empty stash pop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829197180"/>
                  </a:ext>
                </a:extLst>
              </a:tr>
              <a:tr h="552681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dirty-tree-checkout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Uncommitted edits on branch switch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Accidental overwrite of active work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Prompts to stash or commit first</a:t>
                      </a:r>
                      <a:endParaRPr lang="en-US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97564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481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>
                <a:solidFill>
                  <a:srgbClr val="22D3EE"/>
                </a:solidFill>
              </a:rPr>
              <a:t>REPOSITORY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530352" y="63093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8FAFC"/>
                </a:solidFill>
              </a:rPr>
              <a:t>See Git topology, diffs, stashes, and history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530352" y="11247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</a:rPr>
              <a:t>The repository workspace makes branch state and file changes understandable.</a:t>
            </a:r>
            <a:endParaRPr lang="en-US" sz="1150"/>
          </a:p>
        </p:txBody>
      </p:sp>
      <p:sp>
        <p:nvSpPr>
          <p:cNvPr id="6" name="Text 4"/>
          <p:cNvSpPr/>
          <p:nvPr/>
        </p:nvSpPr>
        <p:spPr>
          <a:xfrm>
            <a:off x="832394" y="1628793"/>
            <a:ext cx="22860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22D3EE"/>
                </a:solidFill>
              </a:rPr>
              <a:t>MULTI-LANE DAG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5464475" y="1625810"/>
            <a:ext cx="22860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8B5CF6"/>
                </a:solidFill>
              </a:rPr>
              <a:t>WORKING TREE</a:t>
            </a: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089D82F-5E18-B48A-4660-425BD62E9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94" y="1952480"/>
            <a:ext cx="4213497" cy="393741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2D831C-F607-CD15-9BF2-F52BC8160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4475" y="1952480"/>
            <a:ext cx="6030839" cy="20307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>
                <a:solidFill>
                  <a:srgbClr val="22D3EE"/>
                </a:solidFill>
              </a:rPr>
              <a:t>CI/CD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530352" y="63093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8FAFC"/>
                </a:solidFill>
              </a:rPr>
              <a:t>From pipeline failure to remediation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530352" y="11247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</a:rPr>
              <a:t>Track stages, inspect logs, quarantine flaky tests, and address vulnerable dependencies.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8110728" y="1709928"/>
            <a:ext cx="3474720" cy="1335458"/>
          </a:xfrm>
          <a:prstGeom prst="roundRect">
            <a:avLst>
              <a:gd name="adj" fmla="val 2927"/>
            </a:avLst>
          </a:prstGeom>
          <a:solidFill>
            <a:srgbClr val="121A2D"/>
          </a:solidFill>
          <a:ln w="12700">
            <a:solidFill>
              <a:srgbClr val="FB7185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66760" y="1984248"/>
            <a:ext cx="2468880" cy="1851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FB7185"/>
                </a:solidFill>
              </a:rPr>
              <a:t>EXPANDABLE LOGS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8366760" y="2196084"/>
            <a:ext cx="2651760" cy="62958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94A3B8"/>
                </a:solidFill>
              </a:rPr>
              <a:t>FAIL auth.spec.ts</a:t>
            </a:r>
            <a:endParaRPr lang="en-US" sz="1100"/>
          </a:p>
          <a:p>
            <a:pPr marL="0" indent="0" algn="l">
              <a:buNone/>
            </a:pPr>
            <a:r>
              <a:rPr lang="en-US" sz="1100">
                <a:solidFill>
                  <a:srgbClr val="94A3B8"/>
                </a:solidFill>
              </a:rPr>
              <a:t>token refresh timeout</a:t>
            </a:r>
            <a:endParaRPr lang="en-US" sz="1100"/>
          </a:p>
          <a:p>
            <a:pPr marL="0" indent="0" algn="l">
              <a:buNone/>
            </a:pPr>
            <a:r>
              <a:rPr lang="en-US" sz="1100">
                <a:solidFill>
                  <a:srgbClr val="94A3B8"/>
                </a:solidFill>
              </a:rPr>
              <a:t>1 test failed in 48s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8110728" y="4708652"/>
            <a:ext cx="3474720" cy="1335458"/>
          </a:xfrm>
          <a:prstGeom prst="roundRect">
            <a:avLst>
              <a:gd name="adj" fmla="val 2927"/>
            </a:avLst>
          </a:prstGeom>
          <a:solidFill>
            <a:srgbClr val="121A2D"/>
          </a:solidFill>
          <a:ln w="12700">
            <a:solidFill>
              <a:srgbClr val="FBBF24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66760" y="4982972"/>
            <a:ext cx="2468880" cy="1851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FBBF24"/>
                </a:solidFill>
              </a:rPr>
              <a:t>FLAKY TESTS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8366760" y="5168144"/>
            <a:ext cx="2788920" cy="70365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F8FAFC"/>
                </a:solidFill>
              </a:rPr>
              <a:t>• Pass rate and recent failures</a:t>
            </a:r>
            <a:endParaRPr lang="en-US" sz="1100"/>
          </a:p>
          <a:p>
            <a:pPr marL="0" indent="0" algn="l">
              <a:buNone/>
            </a:pPr>
            <a:r>
              <a:rPr lang="en-US" sz="1100">
                <a:solidFill>
                  <a:srgbClr val="F8FAFC"/>
                </a:solidFill>
              </a:rPr>
              <a:t>• Last failing commit</a:t>
            </a:r>
            <a:endParaRPr lang="en-US" sz="1100"/>
          </a:p>
          <a:p>
            <a:pPr marL="0" indent="0" algn="l">
              <a:buNone/>
            </a:pPr>
            <a:r>
              <a:rPr lang="en-US" sz="1100">
                <a:solidFill>
                  <a:srgbClr val="F8FAFC"/>
                </a:solidFill>
              </a:rPr>
              <a:t>• Quarantine &amp; Analyze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8110728" y="3215640"/>
            <a:ext cx="3474720" cy="1335458"/>
          </a:xfrm>
          <a:prstGeom prst="roundRect">
            <a:avLst>
              <a:gd name="adj" fmla="val 2927"/>
            </a:avLst>
          </a:prstGeom>
          <a:solidFill>
            <a:srgbClr val="121A2D"/>
          </a:solidFill>
          <a:ln w="12700">
            <a:solidFill>
              <a:srgbClr val="8B5CF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66760" y="3489960"/>
            <a:ext cx="2468880" cy="1851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8B5CF6"/>
                </a:solidFill>
              </a:rPr>
              <a:t>SUPPLY CHAIN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8366760" y="3701009"/>
            <a:ext cx="2788920" cy="70365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F8FAFC"/>
                </a:solidFill>
              </a:rPr>
              <a:t>• CVE severity and version</a:t>
            </a:r>
            <a:endParaRPr lang="en-US" sz="1100"/>
          </a:p>
          <a:p>
            <a:pPr marL="0" indent="0" algn="l">
              <a:buNone/>
            </a:pPr>
            <a:r>
              <a:rPr lang="en-US" sz="1100">
                <a:solidFill>
                  <a:srgbClr val="F8FAFC"/>
                </a:solidFill>
              </a:rPr>
              <a:t>• Exact safe target version</a:t>
            </a:r>
            <a:endParaRPr lang="en-US" sz="1100"/>
          </a:p>
          <a:p>
            <a:pPr marL="0" indent="0" algn="l">
              <a:buNone/>
            </a:pPr>
            <a:r>
              <a:rPr lang="en-US" sz="1100">
                <a:solidFill>
                  <a:srgbClr val="F8FAFC"/>
                </a:solidFill>
              </a:rPr>
              <a:t>• Draft Dependabot patch</a:t>
            </a:r>
            <a:endParaRPr lang="en-US" sz="110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01168" cy="118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2297E79-47BD-B346-EF18-DC3550E84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713" y="1521558"/>
            <a:ext cx="6421120" cy="47055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>
                <a:solidFill>
                  <a:srgbClr val="22D3EE"/>
                </a:solidFill>
              </a:rPr>
              <a:t>PULL REQUESTS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530352" y="63093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8FAFC"/>
                </a:solidFill>
              </a:rPr>
              <a:t>From blocked review to merge readiness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530352" y="11247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</a:rPr>
              <a:t>Unify approvals, turnaround, inline threads, and AI-assisted resolution.</a:t>
            </a:r>
            <a:endParaRPr lang="en-US" sz="115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98EE371-F1D3-B680-BCA1-0E57FCCCD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28" y="1481328"/>
            <a:ext cx="5322224" cy="474573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99DC73E-9CCA-7E38-3711-61A522C17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32129"/>
            <a:ext cx="5354701" cy="47457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>
                <a:solidFill>
                  <a:srgbClr val="22D3EE"/>
                </a:solidFill>
              </a:rPr>
              <a:t>SCORING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530352" y="63093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8FAFC"/>
                </a:solidFill>
              </a:rPr>
              <a:t>Release Gate + Deployment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530352" y="1124712"/>
            <a:ext cx="4143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</a:rPr>
              <a:t>Deployment readiness and repository health stay aligned with Byte’s visual state.</a:t>
            </a:r>
            <a:endParaRPr lang="en-US" sz="1150"/>
          </a:p>
        </p:txBody>
      </p:sp>
      <p:sp>
        <p:nvSpPr>
          <p:cNvPr id="23" name="Shape 21"/>
          <p:cNvSpPr/>
          <p:nvPr/>
        </p:nvSpPr>
        <p:spPr>
          <a:xfrm>
            <a:off x="615696" y="1918208"/>
            <a:ext cx="3401568" cy="3377692"/>
          </a:xfrm>
          <a:prstGeom prst="roundRect">
            <a:avLst>
              <a:gd name="adj" fmla="val 1379"/>
            </a:avLst>
          </a:prstGeom>
          <a:solidFill>
            <a:srgbClr val="121A2D"/>
          </a:solidFill>
          <a:ln w="12700">
            <a:solidFill>
              <a:srgbClr val="8B5CF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4672" y="2052828"/>
            <a:ext cx="4114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8B5CF6"/>
                </a:solidFill>
              </a:rPr>
              <a:t>HEALTH FACTORS</a:t>
            </a:r>
            <a:endParaRPr lang="en-US" sz="1500"/>
          </a:p>
        </p:txBody>
      </p:sp>
      <p:sp>
        <p:nvSpPr>
          <p:cNvPr id="25" name="Text 23"/>
          <p:cNvSpPr/>
          <p:nvPr/>
        </p:nvSpPr>
        <p:spPr>
          <a:xfrm>
            <a:off x="804164" y="2490724"/>
            <a:ext cx="3474720" cy="1422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F8FAFC"/>
                </a:solidFill>
              </a:rPr>
              <a:t>• </a:t>
            </a:r>
            <a:r>
              <a:rPr lang="en-US" sz="1200">
                <a:solidFill>
                  <a:schemeClr val="bg1">
                    <a:lumMod val="75000"/>
                  </a:schemeClr>
                </a:solidFill>
              </a:rPr>
              <a:t>Branch divergence</a:t>
            </a:r>
          </a:p>
          <a:p>
            <a:pPr marL="0" indent="0" algn="l">
              <a:buNone/>
            </a:pPr>
            <a:r>
              <a:rPr lang="en-US" sz="1200">
                <a:solidFill>
                  <a:schemeClr val="bg1">
                    <a:lumMod val="75000"/>
                  </a:schemeClr>
                </a:solidFill>
              </a:rPr>
              <a:t>• Failed and flaky tests</a:t>
            </a:r>
          </a:p>
          <a:p>
            <a:pPr marL="0" indent="0" algn="l">
              <a:buNone/>
            </a:pPr>
            <a:r>
              <a:rPr lang="en-US" sz="1200">
                <a:solidFill>
                  <a:schemeClr val="bg1">
                    <a:lumMod val="75000"/>
                  </a:schemeClr>
                </a:solidFill>
              </a:rPr>
              <a:t>• Secrets and security policies</a:t>
            </a:r>
          </a:p>
          <a:p>
            <a:pPr marL="0" indent="0" algn="l">
              <a:buNone/>
            </a:pPr>
            <a:r>
              <a:rPr lang="en-US" sz="1200">
                <a:solidFill>
                  <a:schemeClr val="bg1">
                    <a:lumMod val="75000"/>
                  </a:schemeClr>
                </a:solidFill>
              </a:rPr>
              <a:t>• Open vulnerabilities</a:t>
            </a:r>
          </a:p>
          <a:p>
            <a:pPr marL="0" indent="0" algn="l">
              <a:buNone/>
            </a:pPr>
            <a:r>
              <a:rPr lang="en-US" sz="1200">
                <a:solidFill>
                  <a:schemeClr val="bg1">
                    <a:lumMod val="75000"/>
                  </a:schemeClr>
                </a:solidFill>
              </a:rPr>
              <a:t>• Code smells and debt</a:t>
            </a:r>
          </a:p>
          <a:p>
            <a:pPr marL="0" indent="0" algn="l">
              <a:buNone/>
            </a:pPr>
            <a:r>
              <a:rPr lang="en-US" sz="1200">
                <a:solidFill>
                  <a:schemeClr val="bg1">
                    <a:lumMod val="75000"/>
                  </a:schemeClr>
                </a:solidFill>
              </a:rPr>
              <a:t>• Unreviewed commits and PR lag</a:t>
            </a:r>
          </a:p>
          <a:p>
            <a:pPr marL="0" indent="0" algn="l">
              <a:buNone/>
            </a:pPr>
            <a:r>
              <a:rPr lang="en-US" sz="1200">
                <a:solidFill>
                  <a:schemeClr val="bg1">
                    <a:lumMod val="75000"/>
                  </a:schemeClr>
                </a:solidFill>
              </a:rPr>
              <a:t>• Large PR size</a:t>
            </a:r>
          </a:p>
        </p:txBody>
      </p:sp>
      <p:sp>
        <p:nvSpPr>
          <p:cNvPr id="26" name="Text 24"/>
          <p:cNvSpPr/>
          <p:nvPr/>
        </p:nvSpPr>
        <p:spPr>
          <a:xfrm>
            <a:off x="1761007" y="4076700"/>
            <a:ext cx="109728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>
                <a:solidFill>
                  <a:srgbClr val="FBBF24"/>
                </a:solidFill>
              </a:rPr>
              <a:t>68</a:t>
            </a:r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1486687" y="4471924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</a:rPr>
              <a:t>ATTENTION HP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983767" y="4780915"/>
            <a:ext cx="2651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94A3B8"/>
                </a:solidFill>
              </a:rPr>
              <a:t>Score = max(0, 100 − deductions)</a:t>
            </a:r>
            <a:endParaRPr lang="en-US" sz="105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683F1CD-9074-2D96-B402-33766F8DE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867" y="310896"/>
            <a:ext cx="6829781" cy="63373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9827F-B343-9C67-339B-218BFE74A65F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EF8F33-B060-CB7B-BAB4-033D81BC8149}"/>
              </a:ext>
            </a:extLst>
          </p:cNvPr>
          <p:cNvSpPr/>
          <p:nvPr/>
        </p:nvSpPr>
        <p:spPr>
          <a:xfrm>
            <a:off x="530352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>
                <a:solidFill>
                  <a:srgbClr val="22D3EE"/>
                </a:solidFill>
              </a:rPr>
              <a:t>SCORING</a:t>
            </a:r>
            <a:endParaRPr lang="en-US" sz="850"/>
          </a:p>
        </p:txBody>
      </p:sp>
      <p:sp>
        <p:nvSpPr>
          <p:cNvPr id="29" name="Slide Number Placeholder 0">
            <a:extLst>
              <a:ext uri="{FF2B5EF4-FFF2-40B4-BE49-F238E27FC236}">
                <a16:creationId xmlns:a16="http://schemas.microsoft.com/office/drawing/2014/main" id="{10499D36-04E2-54AD-7E7A-F60187DE08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F54815-C730-6C97-652C-063D9B0E6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552" y="310896"/>
            <a:ext cx="9560732" cy="6124844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42FA60EC-A56D-508F-8731-1E2E9176E0FB}"/>
              </a:ext>
            </a:extLst>
          </p:cNvPr>
          <p:cNvSpPr/>
          <p:nvPr/>
        </p:nvSpPr>
        <p:spPr>
          <a:xfrm>
            <a:off x="471079" y="2729174"/>
            <a:ext cx="1600201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8FAFC"/>
                </a:solidFill>
              </a:rPr>
              <a:t>Risk Analysis</a:t>
            </a:r>
            <a:endParaRPr lang="en-US" sz="25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1A123AB-3C14-A062-8210-27C034D7EF71}"/>
              </a:ext>
            </a:extLst>
          </p:cNvPr>
          <p:cNvSpPr/>
          <p:nvPr/>
        </p:nvSpPr>
        <p:spPr>
          <a:xfrm>
            <a:off x="500716" y="2865318"/>
            <a:ext cx="1600200" cy="164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</a:rPr>
              <a:t>Dynamic weighted risk assessment</a:t>
            </a:r>
            <a:endParaRPr lang="en-US" sz="1150"/>
          </a:p>
        </p:txBody>
      </p:sp>
    </p:spTree>
    <p:extLst>
      <p:ext uri="{BB962C8B-B14F-4D97-AF65-F5344CB8AC3E}">
        <p14:creationId xmlns:p14="http://schemas.microsoft.com/office/powerpoint/2010/main" val="853223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>
                <a:solidFill>
                  <a:srgbClr val="22D3EE"/>
                </a:solidFill>
              </a:rPr>
              <a:t>ARCHITECTURE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530352" y="63093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8FAFC"/>
                </a:solidFill>
              </a:rPr>
              <a:t>React 19 + Express gateway + Gemini services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530352" y="11247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</a:rPr>
              <a:t>A production-shaped separation between interface, policy, execution, and external services.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6884AC7-006E-8F53-4C08-FDA28DEFB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3878"/>
            <a:ext cx="12192000" cy="46502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21792" y="777240"/>
            <a:ext cx="10241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>
                <a:solidFill>
                  <a:srgbClr val="F8FAFC"/>
                </a:solidFill>
              </a:rPr>
              <a:t>GitPet makes DevSecOps health</a:t>
            </a:r>
            <a:endParaRPr lang="en-US" sz="330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9728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>
                <a:solidFill>
                  <a:srgbClr val="22D3EE"/>
                </a:solidFill>
              </a:rPr>
              <a:t>ambient, explainable, and safely actionable.</a:t>
            </a:r>
            <a:endParaRPr lang="en-US" sz="3300"/>
          </a:p>
        </p:txBody>
      </p:sp>
      <p:sp>
        <p:nvSpPr>
          <p:cNvPr id="4" name="Shape 2"/>
          <p:cNvSpPr/>
          <p:nvPr/>
        </p:nvSpPr>
        <p:spPr>
          <a:xfrm>
            <a:off x="621792" y="242316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121A2D"/>
          </a:solidFill>
          <a:ln w="12700">
            <a:solidFill>
              <a:srgbClr val="22D3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2624328"/>
            <a:ext cx="2926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22D3EE"/>
                </a:solidFill>
              </a:rPr>
              <a:t>AMBIENT AWARENESS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804672" y="2935224"/>
            <a:ext cx="2926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F8FAFC"/>
                </a:solidFill>
              </a:rPr>
              <a:t>No terminal hunting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4352544" y="242316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121A2D"/>
          </a:solidFill>
          <a:ln w="12700">
            <a:solidFill>
              <a:srgbClr val="34D399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35424" y="2624328"/>
            <a:ext cx="2926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34D399"/>
                </a:solidFill>
              </a:rPr>
              <a:t>BOUNDED AGENCY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535424" y="2935224"/>
            <a:ext cx="2926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F8FAFC"/>
                </a:solidFill>
              </a:rPr>
              <a:t>Safety enforced in code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8083296" y="242316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121A2D"/>
          </a:solidFill>
          <a:ln w="12700">
            <a:solidFill>
              <a:srgbClr val="8B5CF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66176" y="2624328"/>
            <a:ext cx="2926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8B5CF6"/>
                </a:solidFill>
              </a:rPr>
              <a:t>MULTIMODAL AI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8266176" y="2935224"/>
            <a:ext cx="2926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F8FAFC"/>
                </a:solidFill>
              </a:rPr>
              <a:t>Text, voice, image, TTS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621792" y="361188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121A2D"/>
          </a:solidFill>
          <a:ln w="12700">
            <a:solidFill>
              <a:srgbClr val="FBBF24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4672" y="3813048"/>
            <a:ext cx="2926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FBBF24"/>
                </a:solidFill>
              </a:rPr>
              <a:t>DEVSECOPS INTELLIGENCE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804672" y="4123944"/>
            <a:ext cx="2926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F8FAFC"/>
                </a:solidFill>
              </a:rPr>
              <a:t>DAG, CI/CD, PR, release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4352544" y="361188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121A2D"/>
          </a:solidFill>
          <a:ln w="12700">
            <a:solidFill>
              <a:srgbClr val="FB7185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35424" y="3813048"/>
            <a:ext cx="2926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FB7185"/>
                </a:solidFill>
              </a:rPr>
              <a:t>PRODUCTION READY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4535424" y="4123944"/>
            <a:ext cx="2926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F8FAFC"/>
                </a:solidFill>
              </a:rPr>
              <a:t>Tests, governance, SBOM, runbook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809244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F8FAFC"/>
                </a:solidFill>
              </a:rPr>
              <a:t>Team Ribbon Patrol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8092440" y="4315968"/>
            <a:ext cx="31089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94A3B8"/>
                </a:solidFill>
              </a:rPr>
              <a:t>Aliasgar Husain • Lucas Whitaker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94A3B8"/>
                </a:solidFill>
              </a:rPr>
              <a:t>David Castelli • Faris Nour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8641080" y="5102352"/>
            <a:ext cx="2057400" cy="256032"/>
          </a:xfrm>
          <a:prstGeom prst="roundRect">
            <a:avLst>
              <a:gd name="adj" fmla="val 21429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0" y="5161788"/>
            <a:ext cx="19659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34D399"/>
                </a:solidFill>
              </a:rPr>
              <a:t>PRESS P FOR IN-APP DECK</a:t>
            </a:r>
            <a:endParaRPr lang="en-US" sz="800"/>
          </a:p>
        </p:txBody>
      </p:sp>
      <p:sp>
        <p:nvSpPr>
          <p:cNvPr id="23" name="Text 21"/>
          <p:cNvSpPr/>
          <p:nvPr/>
        </p:nvSpPr>
        <p:spPr>
          <a:xfrm>
            <a:off x="640080" y="5330952"/>
            <a:ext cx="4846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94A3B8"/>
                </a:solidFill>
              </a:rPr>
              <a:t>npm run dev  →  http://localhost:3004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78A0E87-4918-4BA3-8E0A-9C90DC2162C1}">
  <we:reference id="WA200005669" version="2.0.0.0" store="Omex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1411</Words>
  <Application>Microsoft Office PowerPoint</Application>
  <PresentationFormat>Widescreen</PresentationFormat>
  <Paragraphs>214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Mona Sans VF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GitPet Professional Deck</dc:title>
  <dc:subject>Complete GitPet Hackathon Presentation</dc:subject>
  <dc:creator>Lucas Whitaker</dc:creator>
  <cp:lastModifiedBy>Lucas Whitaker</cp:lastModifiedBy>
  <cp:revision>1</cp:revision>
  <dcterms:created xsi:type="dcterms:W3CDTF">2026-09-01T15:39:35Z</dcterms:created>
  <dcterms:modified xsi:type="dcterms:W3CDTF">2026-09-01T19:01:27Z</dcterms:modified>
</cp:coreProperties>
</file>